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sldIdLst>
    <p:sldId id="302" r:id="rId5"/>
    <p:sldId id="301" r:id="rId6"/>
    <p:sldId id="268" r:id="rId7"/>
    <p:sldId id="300" r:id="rId8"/>
    <p:sldId id="256" r:id="rId9"/>
    <p:sldId id="303" r:id="rId10"/>
    <p:sldId id="308" r:id="rId11"/>
    <p:sldId id="292" r:id="rId12"/>
    <p:sldId id="293" r:id="rId13"/>
    <p:sldId id="304" r:id="rId14"/>
    <p:sldId id="305" r:id="rId15"/>
    <p:sldId id="306" r:id="rId16"/>
    <p:sldId id="320" r:id="rId17"/>
    <p:sldId id="295" r:id="rId18"/>
    <p:sldId id="296" r:id="rId19"/>
    <p:sldId id="319" r:id="rId20"/>
    <p:sldId id="258" r:id="rId21"/>
    <p:sldId id="291" r:id="rId22"/>
    <p:sldId id="257" r:id="rId23"/>
    <p:sldId id="290" r:id="rId24"/>
    <p:sldId id="259" r:id="rId25"/>
    <p:sldId id="286" r:id="rId26"/>
    <p:sldId id="314" r:id="rId27"/>
    <p:sldId id="315" r:id="rId28"/>
    <p:sldId id="316" r:id="rId29"/>
    <p:sldId id="317" r:id="rId30"/>
    <p:sldId id="318" r:id="rId31"/>
    <p:sldId id="287" r:id="rId32"/>
    <p:sldId id="297" r:id="rId33"/>
    <p:sldId id="298" r:id="rId34"/>
    <p:sldId id="267" r:id="rId35"/>
    <p:sldId id="266" r:id="rId36"/>
    <p:sldId id="260" r:id="rId37"/>
    <p:sldId id="261" r:id="rId38"/>
    <p:sldId id="262" r:id="rId39"/>
    <p:sldId id="265" r:id="rId40"/>
    <p:sldId id="264" r:id="rId41"/>
    <p:sldId id="269" r:id="rId42"/>
    <p:sldId id="309" r:id="rId43"/>
    <p:sldId id="288" r:id="rId44"/>
    <p:sldId id="311" r:id="rId45"/>
    <p:sldId id="270" r:id="rId46"/>
    <p:sldId id="313" r:id="rId47"/>
    <p:sldId id="272" r:id="rId48"/>
    <p:sldId id="273" r:id="rId49"/>
    <p:sldId id="277" r:id="rId50"/>
    <p:sldId id="279" r:id="rId51"/>
    <p:sldId id="282" r:id="rId52"/>
    <p:sldId id="281" r:id="rId53"/>
    <p:sldId id="284" r:id="rId54"/>
    <p:sldId id="312" r:id="rId55"/>
  </p:sldIdLst>
  <p:sldSz cx="12192000" cy="6858000"/>
  <p:notesSz cx="6858000" cy="9144000"/>
  <p:embeddedFontLst>
    <p:embeddedFont>
      <p:font typeface="Rajdhani Bold" panose="020B0604020202020204" charset="0"/>
      <p:bold r:id="rId56"/>
    </p:embeddedFont>
    <p:embeddedFont>
      <p:font typeface="Rajdhani Medium" panose="020B0604020202020204" charset="0"/>
      <p:regular r:id="rId57"/>
    </p:embeddedFont>
  </p:embeddedFont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7F4"/>
    <a:srgbClr val="FBDBCD"/>
    <a:srgbClr val="FFFFFF"/>
    <a:srgbClr val="00B392"/>
    <a:srgbClr val="00E8AE"/>
    <a:srgbClr val="000C14"/>
    <a:srgbClr val="001A2E"/>
    <a:srgbClr val="1C89A3"/>
    <a:srgbClr val="1CCAC9"/>
    <a:srgbClr val="1C48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569D9D-AF9C-4F10-5626-CFE8B051DD5D}" v="14" dt="2025-08-14T09:06:22.0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Stile chiaro 1 - Colore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1E4AEA4-8DFA-4A89-87EB-49C32662AFE0}" styleName="Stile medio 2 - Color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Stile medio 2 - Color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E3FDE45-AF77-4B5C-9715-49D594BDF05E}" styleName="Stile chiaro 1 - Color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DA37D80-6434-44D0-A028-1B22A696006F}" styleName="Stile chiaro 3 - Colore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Stile chiaro 3 - Color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898" autoAdjust="0"/>
    <p:restoredTop sz="94660"/>
  </p:normalViewPr>
  <p:slideViewPr>
    <p:cSldViewPr snapToGrid="0">
      <p:cViewPr>
        <p:scale>
          <a:sx n="100" d="100"/>
          <a:sy n="100" d="100"/>
        </p:scale>
        <p:origin x="1056" y="7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tableStyles" Target="tableStyle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font" Target="fonts/font1.fntdata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font" Target="fonts/font2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" userId="S::andrea_australo.org#ext#@cf.onmicrosoft.com::eb256a34-cb54-4ddb-ab90-af04c2f0d63f" providerId="AD" clId="Web-{BA569D9D-AF9C-4F10-5626-CFE8B051DD5D}"/>
    <pc:docChg chg="modSld">
      <pc:chgData name="andrea" userId="S::andrea_australo.org#ext#@cf.onmicrosoft.com::eb256a34-cb54-4ddb-ab90-af04c2f0d63f" providerId="AD" clId="Web-{BA569D9D-AF9C-4F10-5626-CFE8B051DD5D}" dt="2025-08-14T09:06:22.060" v="13" actId="1076"/>
      <pc:docMkLst>
        <pc:docMk/>
      </pc:docMkLst>
      <pc:sldChg chg="modSp">
        <pc:chgData name="andrea" userId="S::andrea_australo.org#ext#@cf.onmicrosoft.com::eb256a34-cb54-4ddb-ab90-af04c2f0d63f" providerId="AD" clId="Web-{BA569D9D-AF9C-4F10-5626-CFE8B051DD5D}" dt="2025-08-14T09:06:22.060" v="13" actId="1076"/>
        <pc:sldMkLst>
          <pc:docMk/>
          <pc:sldMk cId="2125410000" sldId="265"/>
        </pc:sldMkLst>
        <pc:spChg chg="mod">
          <ac:chgData name="andrea" userId="S::andrea_australo.org#ext#@cf.onmicrosoft.com::eb256a34-cb54-4ddb-ab90-af04c2f0d63f" providerId="AD" clId="Web-{BA569D9D-AF9C-4F10-5626-CFE8B051DD5D}" dt="2025-08-14T09:06:22.013" v="8" actId="1076"/>
          <ac:spMkLst>
            <pc:docMk/>
            <pc:sldMk cId="2125410000" sldId="265"/>
            <ac:spMk id="7" creationId="{194E3FB7-3ACD-70B8-D5E5-FF88935DF4D7}"/>
          </ac:spMkLst>
        </pc:spChg>
        <pc:spChg chg="mod">
          <ac:chgData name="andrea" userId="S::andrea_australo.org#ext#@cf.onmicrosoft.com::eb256a34-cb54-4ddb-ab90-af04c2f0d63f" providerId="AD" clId="Web-{BA569D9D-AF9C-4F10-5626-CFE8B051DD5D}" dt="2025-08-14T09:06:22.013" v="9" actId="1076"/>
          <ac:spMkLst>
            <pc:docMk/>
            <pc:sldMk cId="2125410000" sldId="265"/>
            <ac:spMk id="8" creationId="{16850815-143A-5697-2954-9D45406DC483}"/>
          </ac:spMkLst>
        </pc:spChg>
        <pc:spChg chg="mod">
          <ac:chgData name="andrea" userId="S::andrea_australo.org#ext#@cf.onmicrosoft.com::eb256a34-cb54-4ddb-ab90-af04c2f0d63f" providerId="AD" clId="Web-{BA569D9D-AF9C-4F10-5626-CFE8B051DD5D}" dt="2025-08-14T09:06:22.029" v="10" actId="1076"/>
          <ac:spMkLst>
            <pc:docMk/>
            <pc:sldMk cId="2125410000" sldId="265"/>
            <ac:spMk id="9" creationId="{D833CBB0-C485-3773-D25D-76AE4DDAF1FB}"/>
          </ac:spMkLst>
        </pc:spChg>
        <pc:spChg chg="mod">
          <ac:chgData name="andrea" userId="S::andrea_australo.org#ext#@cf.onmicrosoft.com::eb256a34-cb54-4ddb-ab90-af04c2f0d63f" providerId="AD" clId="Web-{BA569D9D-AF9C-4F10-5626-CFE8B051DD5D}" dt="2025-08-14T09:06:22.044" v="11" actId="1076"/>
          <ac:spMkLst>
            <pc:docMk/>
            <pc:sldMk cId="2125410000" sldId="265"/>
            <ac:spMk id="10" creationId="{640485C8-AB05-6A15-C469-2EB45C5FD52E}"/>
          </ac:spMkLst>
        </pc:spChg>
        <pc:spChg chg="mod">
          <ac:chgData name="andrea" userId="S::andrea_australo.org#ext#@cf.onmicrosoft.com::eb256a34-cb54-4ddb-ab90-af04c2f0d63f" providerId="AD" clId="Web-{BA569D9D-AF9C-4F10-5626-CFE8B051DD5D}" dt="2025-08-14T09:06:22.044" v="12" actId="1076"/>
          <ac:spMkLst>
            <pc:docMk/>
            <pc:sldMk cId="2125410000" sldId="265"/>
            <ac:spMk id="12" creationId="{6D92293E-2776-667E-98D3-9841B412D016}"/>
          </ac:spMkLst>
        </pc:spChg>
        <pc:spChg chg="mod">
          <ac:chgData name="andrea" userId="S::andrea_australo.org#ext#@cf.onmicrosoft.com::eb256a34-cb54-4ddb-ab90-af04c2f0d63f" providerId="AD" clId="Web-{BA569D9D-AF9C-4F10-5626-CFE8B051DD5D}" dt="2025-08-14T09:06:22.060" v="13" actId="1076"/>
          <ac:spMkLst>
            <pc:docMk/>
            <pc:sldMk cId="2125410000" sldId="265"/>
            <ac:spMk id="13" creationId="{59209001-9E82-70F1-B5F6-03127517DCBE}"/>
          </ac:spMkLst>
        </pc:spChg>
      </pc:sldChg>
    </pc:docChg>
  </pc:docChgLst>
  <pc:docChgLst>
    <pc:chgData name="Carmine Palladino" userId="2173f01094ab57cc" providerId="LiveId" clId="{6C201A9F-1ED6-4BB7-851A-E4E48447C344}"/>
    <pc:docChg chg="undo custSel addSld modSld modMainMaster">
      <pc:chgData name="Carmine Palladino" userId="2173f01094ab57cc" providerId="LiveId" clId="{6C201A9F-1ED6-4BB7-851A-E4E48447C344}" dt="2025-07-09T10:56:14.897" v="2220" actId="1076"/>
      <pc:docMkLst>
        <pc:docMk/>
      </pc:docMkLst>
      <pc:sldChg chg="modSp mod">
        <pc:chgData name="Carmine Palladino" userId="2173f01094ab57cc" providerId="LiveId" clId="{6C201A9F-1ED6-4BB7-851A-E4E48447C344}" dt="2025-07-09T10:26:30.173" v="1921" actId="207"/>
        <pc:sldMkLst>
          <pc:docMk/>
          <pc:sldMk cId="3427560943" sldId="256"/>
        </pc:sldMkLst>
      </pc:sldChg>
      <pc:sldChg chg="modSp mod">
        <pc:chgData name="Carmine Palladino" userId="2173f01094ab57cc" providerId="LiveId" clId="{6C201A9F-1ED6-4BB7-851A-E4E48447C344}" dt="2025-07-09T10:47:21.686" v="2148" actId="207"/>
        <pc:sldMkLst>
          <pc:docMk/>
          <pc:sldMk cId="863662390" sldId="258"/>
        </pc:sldMkLst>
      </pc:sldChg>
      <pc:sldChg chg="modSp mod">
        <pc:chgData name="Carmine Palladino" userId="2173f01094ab57cc" providerId="LiveId" clId="{6C201A9F-1ED6-4BB7-851A-E4E48447C344}" dt="2025-07-09T10:47:45.396" v="2151" actId="207"/>
        <pc:sldMkLst>
          <pc:docMk/>
          <pc:sldMk cId="1355366081" sldId="259"/>
        </pc:sldMkLst>
      </pc:sldChg>
      <pc:sldChg chg="modSp mod">
        <pc:chgData name="Carmine Palladino" userId="2173f01094ab57cc" providerId="LiveId" clId="{6C201A9F-1ED6-4BB7-851A-E4E48447C344}" dt="2025-07-09T10:55:13.873" v="2199" actId="1076"/>
        <pc:sldMkLst>
          <pc:docMk/>
          <pc:sldMk cId="4196822625" sldId="270"/>
        </pc:sldMkLst>
      </pc:sldChg>
      <pc:sldChg chg="addSp delSp modSp mod">
        <pc:chgData name="Carmine Palladino" userId="2173f01094ab57cc" providerId="LiveId" clId="{6C201A9F-1ED6-4BB7-851A-E4E48447C344}" dt="2025-07-09T10:55:37.115" v="2207" actId="14100"/>
        <pc:sldMkLst>
          <pc:docMk/>
          <pc:sldMk cId="4076566973" sldId="272"/>
        </pc:sldMkLst>
      </pc:sldChg>
      <pc:sldChg chg="addSp delSp modSp mod">
        <pc:chgData name="Carmine Palladino" userId="2173f01094ab57cc" providerId="LiveId" clId="{6C201A9F-1ED6-4BB7-851A-E4E48447C344}" dt="2025-07-09T10:55:44.541" v="2210" actId="207"/>
        <pc:sldMkLst>
          <pc:docMk/>
          <pc:sldMk cId="2837574826" sldId="273"/>
        </pc:sldMkLst>
      </pc:sldChg>
      <pc:sldChg chg="addSp delSp modSp mod">
        <pc:chgData name="Carmine Palladino" userId="2173f01094ab57cc" providerId="LiveId" clId="{6C201A9F-1ED6-4BB7-851A-E4E48447C344}" dt="2025-07-09T10:55:54.131" v="2212"/>
        <pc:sldMkLst>
          <pc:docMk/>
          <pc:sldMk cId="3052708133" sldId="277"/>
        </pc:sldMkLst>
      </pc:sldChg>
      <pc:sldChg chg="addSp delSp modSp mod">
        <pc:chgData name="Carmine Palladino" userId="2173f01094ab57cc" providerId="LiveId" clId="{6C201A9F-1ED6-4BB7-851A-E4E48447C344}" dt="2025-07-09T10:55:58.719" v="2216"/>
        <pc:sldMkLst>
          <pc:docMk/>
          <pc:sldMk cId="1522669930" sldId="279"/>
        </pc:sldMkLst>
      </pc:sldChg>
      <pc:sldChg chg="addSp delSp modSp mod">
        <pc:chgData name="Carmine Palladino" userId="2173f01094ab57cc" providerId="LiveId" clId="{6C201A9F-1ED6-4BB7-851A-E4E48447C344}" dt="2025-07-09T10:56:02.420" v="2218"/>
        <pc:sldMkLst>
          <pc:docMk/>
          <pc:sldMk cId="2669542820" sldId="282"/>
        </pc:sldMkLst>
      </pc:sldChg>
      <pc:sldChg chg="modSp mod">
        <pc:chgData name="Carmine Palladino" userId="2173f01094ab57cc" providerId="LiveId" clId="{6C201A9F-1ED6-4BB7-851A-E4E48447C344}" dt="2025-07-09T10:52:47.492" v="2184" actId="207"/>
        <pc:sldMkLst>
          <pc:docMk/>
          <pc:sldMk cId="2498915169" sldId="287"/>
        </pc:sldMkLst>
      </pc:sldChg>
      <pc:sldChg chg="modSp mod">
        <pc:chgData name="Carmine Palladino" userId="2173f01094ab57cc" providerId="LiveId" clId="{6C201A9F-1ED6-4BB7-851A-E4E48447C344}" dt="2025-07-09T10:55:02.240" v="2196" actId="207"/>
        <pc:sldMkLst>
          <pc:docMk/>
          <pc:sldMk cId="3852283436" sldId="288"/>
        </pc:sldMkLst>
      </pc:sldChg>
      <pc:sldChg chg="modSp mod">
        <pc:chgData name="Carmine Palladino" userId="2173f01094ab57cc" providerId="LiveId" clId="{6C201A9F-1ED6-4BB7-851A-E4E48447C344}" dt="2025-07-09T10:47:26.889" v="2149" actId="207"/>
        <pc:sldMkLst>
          <pc:docMk/>
          <pc:sldMk cId="1705773517" sldId="291"/>
        </pc:sldMkLst>
      </pc:sldChg>
      <pc:sldChg chg="modSp">
        <pc:chgData name="Carmine Palladino" userId="2173f01094ab57cc" providerId="LiveId" clId="{6C201A9F-1ED6-4BB7-851A-E4E48447C344}" dt="2025-07-09T10:29:38.868" v="1924" actId="14826"/>
        <pc:sldMkLst>
          <pc:docMk/>
          <pc:sldMk cId="1758297472" sldId="293"/>
        </pc:sldMkLst>
      </pc:sldChg>
      <pc:sldChg chg="modSp mod">
        <pc:chgData name="Carmine Palladino" userId="2173f01094ab57cc" providerId="LiveId" clId="{6C201A9F-1ED6-4BB7-851A-E4E48447C344}" dt="2025-07-09T10:53:51.171" v="2194" actId="207"/>
        <pc:sldMkLst>
          <pc:docMk/>
          <pc:sldMk cId="1796863085" sldId="298"/>
        </pc:sldMkLst>
      </pc:sldChg>
      <pc:sldChg chg="modSp mod">
        <pc:chgData name="Carmine Palladino" userId="2173f01094ab57cc" providerId="LiveId" clId="{6C201A9F-1ED6-4BB7-851A-E4E48447C344}" dt="2025-07-09T10:25:26.902" v="1919" actId="207"/>
        <pc:sldMkLst>
          <pc:docMk/>
          <pc:sldMk cId="3548120470" sldId="302"/>
        </pc:sldMkLst>
      </pc:sldChg>
      <pc:sldChg chg="modSp mod">
        <pc:chgData name="Carmine Palladino" userId="2173f01094ab57cc" providerId="LiveId" clId="{6C201A9F-1ED6-4BB7-851A-E4E48447C344}" dt="2025-07-09T10:22:48.201" v="1859" actId="1076"/>
        <pc:sldMkLst>
          <pc:docMk/>
          <pc:sldMk cId="3239864522" sldId="303"/>
        </pc:sldMkLst>
      </pc:sldChg>
      <pc:sldChg chg="addSp delSp modSp mod">
        <pc:chgData name="Carmine Palladino" userId="2173f01094ab57cc" providerId="LiveId" clId="{6C201A9F-1ED6-4BB7-851A-E4E48447C344}" dt="2025-07-09T10:41:42.494" v="2029" actId="207"/>
        <pc:sldMkLst>
          <pc:docMk/>
          <pc:sldMk cId="1893455223" sldId="304"/>
        </pc:sldMkLst>
      </pc:sldChg>
      <pc:sldChg chg="addSp delSp modSp mod">
        <pc:chgData name="Carmine Palladino" userId="2173f01094ab57cc" providerId="LiveId" clId="{6C201A9F-1ED6-4BB7-851A-E4E48447C344}" dt="2025-07-09T10:41:35.645" v="2027" actId="207"/>
        <pc:sldMkLst>
          <pc:docMk/>
          <pc:sldMk cId="3551608305" sldId="305"/>
        </pc:sldMkLst>
      </pc:sldChg>
      <pc:sldChg chg="modSp mod">
        <pc:chgData name="Carmine Palladino" userId="2173f01094ab57cc" providerId="LiveId" clId="{6C201A9F-1ED6-4BB7-851A-E4E48447C344}" dt="2025-07-09T10:43:49.039" v="2106" actId="207"/>
        <pc:sldMkLst>
          <pc:docMk/>
          <pc:sldMk cId="2810513942" sldId="306"/>
        </pc:sldMkLst>
      </pc:sldChg>
      <pc:sldChg chg="modSp mod">
        <pc:chgData name="Carmine Palladino" userId="2173f01094ab57cc" providerId="LiveId" clId="{6C201A9F-1ED6-4BB7-851A-E4E48447C344}" dt="2025-07-09T10:26:56.605" v="1923" actId="1076"/>
        <pc:sldMkLst>
          <pc:docMk/>
          <pc:sldMk cId="3719085658" sldId="308"/>
        </pc:sldMkLst>
      </pc:sldChg>
      <pc:sldChg chg="modSp mod">
        <pc:chgData name="Carmine Palladino" userId="2173f01094ab57cc" providerId="LiveId" clId="{6C201A9F-1ED6-4BB7-851A-E4E48447C344}" dt="2025-07-09T10:54:59.447" v="2195" actId="207"/>
        <pc:sldMkLst>
          <pc:docMk/>
          <pc:sldMk cId="3079866078" sldId="309"/>
        </pc:sldMkLst>
      </pc:sldChg>
      <pc:sldChg chg="modSp mod">
        <pc:chgData name="Carmine Palladino" userId="2173f01094ab57cc" providerId="LiveId" clId="{6C201A9F-1ED6-4BB7-851A-E4E48447C344}" dt="2025-07-09T10:55:05.217" v="2197" actId="207"/>
        <pc:sldMkLst>
          <pc:docMk/>
          <pc:sldMk cId="2817566346" sldId="311"/>
        </pc:sldMkLst>
      </pc:sldChg>
      <pc:sldChg chg="modSp mod">
        <pc:chgData name="Carmine Palladino" userId="2173f01094ab57cc" providerId="LiveId" clId="{6C201A9F-1ED6-4BB7-851A-E4E48447C344}" dt="2025-07-09T10:56:14.897" v="2220" actId="1076"/>
        <pc:sldMkLst>
          <pc:docMk/>
          <pc:sldMk cId="3555151103" sldId="312"/>
        </pc:sldMkLst>
      </pc:sldChg>
      <pc:sldChg chg="addSp delSp modSp mod">
        <pc:chgData name="Carmine Palladino" userId="2173f01094ab57cc" providerId="LiveId" clId="{6C201A9F-1ED6-4BB7-851A-E4E48447C344}" dt="2025-07-09T10:55:22.271" v="2202" actId="207"/>
        <pc:sldMkLst>
          <pc:docMk/>
          <pc:sldMk cId="720687043" sldId="313"/>
        </pc:sldMkLst>
      </pc:sldChg>
      <pc:sldChg chg="addSp delSp modSp mod">
        <pc:chgData name="Carmine Palladino" userId="2173f01094ab57cc" providerId="LiveId" clId="{6C201A9F-1ED6-4BB7-851A-E4E48447C344}" dt="2025-07-09T10:51:21.811" v="2174" actId="207"/>
        <pc:sldMkLst>
          <pc:docMk/>
          <pc:sldMk cId="1208306675" sldId="315"/>
        </pc:sldMkLst>
      </pc:sldChg>
      <pc:sldChg chg="addSp delSp modSp mod">
        <pc:chgData name="Carmine Palladino" userId="2173f01094ab57cc" providerId="LiveId" clId="{6C201A9F-1ED6-4BB7-851A-E4E48447C344}" dt="2025-07-09T10:51:18.897" v="2173" actId="207"/>
        <pc:sldMkLst>
          <pc:docMk/>
          <pc:sldMk cId="2709759117" sldId="316"/>
        </pc:sldMkLst>
      </pc:sldChg>
      <pc:sldChg chg="modSp mod">
        <pc:chgData name="Carmine Palladino" userId="2173f01094ab57cc" providerId="LiveId" clId="{6C201A9F-1ED6-4BB7-851A-E4E48447C344}" dt="2025-07-09T10:52:10.670" v="2180" actId="208"/>
        <pc:sldMkLst>
          <pc:docMk/>
          <pc:sldMk cId="2187415011" sldId="317"/>
        </pc:sldMkLst>
      </pc:sldChg>
      <pc:sldChg chg="modSp mod">
        <pc:chgData name="Carmine Palladino" userId="2173f01094ab57cc" providerId="LiveId" clId="{6C201A9F-1ED6-4BB7-851A-E4E48447C344}" dt="2025-07-09T10:52:35.937" v="2183" actId="208"/>
        <pc:sldMkLst>
          <pc:docMk/>
          <pc:sldMk cId="2039536001" sldId="318"/>
        </pc:sldMkLst>
      </pc:sldChg>
      <pc:sldChg chg="addSp delSp modSp mod">
        <pc:chgData name="Carmine Palladino" userId="2173f01094ab57cc" providerId="LiveId" clId="{6C201A9F-1ED6-4BB7-851A-E4E48447C344}" dt="2025-07-09T10:47:05.384" v="2147" actId="207"/>
        <pc:sldMkLst>
          <pc:docMk/>
          <pc:sldMk cId="3003835741" sldId="319"/>
        </pc:sldMkLst>
      </pc:sldChg>
      <pc:sldChg chg="modSp add mod modClrScheme chgLayout">
        <pc:chgData name="Carmine Palladino" userId="2173f01094ab57cc" providerId="LiveId" clId="{6C201A9F-1ED6-4BB7-851A-E4E48447C344}" dt="2025-07-09T10:43:52.943" v="2107" actId="207"/>
        <pc:sldMkLst>
          <pc:docMk/>
          <pc:sldMk cId="2529262446" sldId="320"/>
        </pc:sldMkLst>
      </pc:sldChg>
      <pc:sldMasterChg chg="addSldLayout modSldLayout">
        <pc:chgData name="Carmine Palladino" userId="2173f01094ab57cc" providerId="LiveId" clId="{6C201A9F-1ED6-4BB7-851A-E4E48447C344}" dt="2025-07-09T10:47:56.256" v="2153" actId="478"/>
        <pc:sldMasterMkLst>
          <pc:docMk/>
          <pc:sldMasterMk cId="712246480" sldId="2147483648"/>
        </pc:sldMasterMkLst>
        <pc:sldLayoutChg chg="addSp delSp modSp mod setBg">
          <pc:chgData name="Carmine Palladino" userId="2173f01094ab57cc" providerId="LiveId" clId="{6C201A9F-1ED6-4BB7-851A-E4E48447C344}" dt="2025-07-09T07:18:54.065" v="351"/>
          <pc:sldLayoutMkLst>
            <pc:docMk/>
            <pc:sldMasterMk cId="712246480" sldId="2147483648"/>
            <pc:sldLayoutMk cId="2967597330" sldId="2147483649"/>
          </pc:sldLayoutMkLst>
        </pc:sldLayoutChg>
        <pc:sldLayoutChg chg="addSp delSp modSp mod setBg">
          <pc:chgData name="Carmine Palladino" userId="2173f01094ab57cc" providerId="LiveId" clId="{6C201A9F-1ED6-4BB7-851A-E4E48447C344}" dt="2025-07-09T09:11:21.645" v="1272" actId="167"/>
          <pc:sldLayoutMkLst>
            <pc:docMk/>
            <pc:sldMasterMk cId="712246480" sldId="2147483648"/>
            <pc:sldLayoutMk cId="2193953303" sldId="2147483650"/>
          </pc:sldLayoutMkLst>
        </pc:sldLayoutChg>
        <pc:sldLayoutChg chg="addSp delSp modSp mod">
          <pc:chgData name="Carmine Palladino" userId="2173f01094ab57cc" providerId="LiveId" clId="{6C201A9F-1ED6-4BB7-851A-E4E48447C344}" dt="2025-07-09T08:52:13.329" v="1018" actId="208"/>
          <pc:sldLayoutMkLst>
            <pc:docMk/>
            <pc:sldMasterMk cId="712246480" sldId="2147483648"/>
            <pc:sldLayoutMk cId="1194528845" sldId="2147483651"/>
          </pc:sldLayoutMkLst>
        </pc:sldLayoutChg>
        <pc:sldLayoutChg chg="addSp delSp modSp mod setBg">
          <pc:chgData name="Carmine Palladino" userId="2173f01094ab57cc" providerId="LiveId" clId="{6C201A9F-1ED6-4BB7-851A-E4E48447C344}" dt="2025-07-09T10:47:55.140" v="2152" actId="478"/>
          <pc:sldLayoutMkLst>
            <pc:docMk/>
            <pc:sldMasterMk cId="712246480" sldId="2147483648"/>
            <pc:sldLayoutMk cId="308740541" sldId="2147483652"/>
          </pc:sldLayoutMkLst>
        </pc:sldLayoutChg>
        <pc:sldLayoutChg chg="addSp delSp modSp mod">
          <pc:chgData name="Carmine Palladino" userId="2173f01094ab57cc" providerId="LiveId" clId="{6C201A9F-1ED6-4BB7-851A-E4E48447C344}" dt="2025-07-09T09:09:15.058" v="1267" actId="165"/>
          <pc:sldLayoutMkLst>
            <pc:docMk/>
            <pc:sldMasterMk cId="712246480" sldId="2147483648"/>
            <pc:sldLayoutMk cId="3691569295" sldId="2147483653"/>
          </pc:sldLayoutMkLst>
        </pc:sldLayoutChg>
        <pc:sldLayoutChg chg="addSp delSp modSp mod">
          <pc:chgData name="Carmine Palladino" userId="2173f01094ab57cc" providerId="LiveId" clId="{6C201A9F-1ED6-4BB7-851A-E4E48447C344}" dt="2025-07-09T09:09:06.510" v="1265" actId="207"/>
          <pc:sldLayoutMkLst>
            <pc:docMk/>
            <pc:sldMasterMk cId="712246480" sldId="2147483648"/>
            <pc:sldLayoutMk cId="2263021096" sldId="2147483654"/>
          </pc:sldLayoutMkLst>
        </pc:sldLayoutChg>
        <pc:sldLayoutChg chg="addSp delSp modSp mod">
          <pc:chgData name="Carmine Palladino" userId="2173f01094ab57cc" providerId="LiveId" clId="{6C201A9F-1ED6-4BB7-851A-E4E48447C344}" dt="2025-07-09T09:09:01.576" v="1264" actId="207"/>
          <pc:sldLayoutMkLst>
            <pc:docMk/>
            <pc:sldMasterMk cId="712246480" sldId="2147483648"/>
            <pc:sldLayoutMk cId="3039692917" sldId="2147483655"/>
          </pc:sldLayoutMkLst>
        </pc:sldLayoutChg>
        <pc:sldLayoutChg chg="addSp delSp modSp mod setBg">
          <pc:chgData name="Carmine Palladino" userId="2173f01094ab57cc" providerId="LiveId" clId="{6C201A9F-1ED6-4BB7-851A-E4E48447C344}" dt="2025-07-09T09:43:15.357" v="1559" actId="478"/>
          <pc:sldLayoutMkLst>
            <pc:docMk/>
            <pc:sldMasterMk cId="712246480" sldId="2147483648"/>
            <pc:sldLayoutMk cId="1851161032" sldId="2147483656"/>
          </pc:sldLayoutMkLst>
        </pc:sldLayoutChg>
        <pc:sldLayoutChg chg="addSp delSp modSp mod setBg">
          <pc:chgData name="Carmine Palladino" userId="2173f01094ab57cc" providerId="LiveId" clId="{6C201A9F-1ED6-4BB7-851A-E4E48447C344}" dt="2025-07-09T09:43:41.041" v="1566"/>
          <pc:sldLayoutMkLst>
            <pc:docMk/>
            <pc:sldMasterMk cId="712246480" sldId="2147483648"/>
            <pc:sldLayoutMk cId="685714580" sldId="2147483657"/>
          </pc:sldLayoutMkLst>
        </pc:sldLayoutChg>
        <pc:sldLayoutChg chg="addSp delSp modSp mod">
          <pc:chgData name="Carmine Palladino" userId="2173f01094ab57cc" providerId="LiveId" clId="{6C201A9F-1ED6-4BB7-851A-E4E48447C344}" dt="2025-07-09T09:08:22.022" v="1253" actId="692"/>
          <pc:sldLayoutMkLst>
            <pc:docMk/>
            <pc:sldMasterMk cId="712246480" sldId="2147483648"/>
            <pc:sldLayoutMk cId="294094550" sldId="2147483658"/>
          </pc:sldLayoutMkLst>
        </pc:sldLayoutChg>
        <pc:sldLayoutChg chg="addSp delSp modSp mod">
          <pc:chgData name="Carmine Palladino" userId="2173f01094ab57cc" providerId="LiveId" clId="{6C201A9F-1ED6-4BB7-851A-E4E48447C344}" dt="2025-07-09T09:09:22.368" v="1268" actId="207"/>
          <pc:sldLayoutMkLst>
            <pc:docMk/>
            <pc:sldMasterMk cId="712246480" sldId="2147483648"/>
            <pc:sldLayoutMk cId="3294043979" sldId="2147483659"/>
          </pc:sldLayoutMkLst>
        </pc:sldLayoutChg>
        <pc:sldLayoutChg chg="addSp delSp modSp mod">
          <pc:chgData name="Carmine Palladino" userId="2173f01094ab57cc" providerId="LiveId" clId="{6C201A9F-1ED6-4BB7-851A-E4E48447C344}" dt="2025-07-09T07:10:16.143" v="64"/>
          <pc:sldLayoutMkLst>
            <pc:docMk/>
            <pc:sldMasterMk cId="712246480" sldId="2147483648"/>
            <pc:sldLayoutMk cId="1348428911" sldId="2147483660"/>
          </pc:sldLayoutMkLst>
        </pc:sldLayoutChg>
        <pc:sldLayoutChg chg="addSp delSp modSp mod">
          <pc:chgData name="Carmine Palladino" userId="2173f01094ab57cc" providerId="LiveId" clId="{6C201A9F-1ED6-4BB7-851A-E4E48447C344}" dt="2025-07-09T09:14:48.683" v="1285"/>
          <pc:sldLayoutMkLst>
            <pc:docMk/>
            <pc:sldMasterMk cId="712246480" sldId="2147483648"/>
            <pc:sldLayoutMk cId="2246969209" sldId="2147483661"/>
          </pc:sldLayoutMkLst>
        </pc:sldLayoutChg>
        <pc:sldLayoutChg chg="addSp delSp modSp mod">
          <pc:chgData name="Carmine Palladino" userId="2173f01094ab57cc" providerId="LiveId" clId="{6C201A9F-1ED6-4BB7-851A-E4E48447C344}" dt="2025-07-09T09:19:04.362" v="1407" actId="692"/>
          <pc:sldLayoutMkLst>
            <pc:docMk/>
            <pc:sldMasterMk cId="712246480" sldId="2147483648"/>
            <pc:sldLayoutMk cId="1959041254" sldId="2147483662"/>
          </pc:sldLayoutMkLst>
        </pc:sldLayoutChg>
        <pc:sldLayoutChg chg="addSp delSp modSp mod">
          <pc:chgData name="Carmine Palladino" userId="2173f01094ab57cc" providerId="LiveId" clId="{6C201A9F-1ED6-4BB7-851A-E4E48447C344}" dt="2025-07-09T09:34:25.532" v="1451" actId="478"/>
          <pc:sldLayoutMkLst>
            <pc:docMk/>
            <pc:sldMasterMk cId="712246480" sldId="2147483648"/>
            <pc:sldLayoutMk cId="2877853896" sldId="2147483663"/>
          </pc:sldLayoutMkLst>
        </pc:sldLayoutChg>
        <pc:sldLayoutChg chg="addSp modSp mod">
          <pc:chgData name="Carmine Palladino" userId="2173f01094ab57cc" providerId="LiveId" clId="{6C201A9F-1ED6-4BB7-851A-E4E48447C344}" dt="2025-07-09T09:17:44.921" v="1372" actId="12789"/>
          <pc:sldLayoutMkLst>
            <pc:docMk/>
            <pc:sldMasterMk cId="712246480" sldId="2147483648"/>
            <pc:sldLayoutMk cId="1951240982" sldId="2147483664"/>
          </pc:sldLayoutMkLst>
        </pc:sldLayoutChg>
        <pc:sldLayoutChg chg="addSp delSp modSp mod">
          <pc:chgData name="Carmine Palladino" userId="2173f01094ab57cc" providerId="LiveId" clId="{6C201A9F-1ED6-4BB7-851A-E4E48447C344}" dt="2025-07-09T09:37:37.467" v="1471" actId="207"/>
          <pc:sldLayoutMkLst>
            <pc:docMk/>
            <pc:sldMasterMk cId="712246480" sldId="2147483648"/>
            <pc:sldLayoutMk cId="1993011809" sldId="2147483665"/>
          </pc:sldLayoutMkLst>
        </pc:sldLayoutChg>
        <pc:sldLayoutChg chg="addSp delSp modSp mod">
          <pc:chgData name="Carmine Palladino" userId="2173f01094ab57cc" providerId="LiveId" clId="{6C201A9F-1ED6-4BB7-851A-E4E48447C344}" dt="2025-07-09T09:40:01.253" v="1485"/>
          <pc:sldLayoutMkLst>
            <pc:docMk/>
            <pc:sldMasterMk cId="712246480" sldId="2147483648"/>
            <pc:sldLayoutMk cId="1562402644" sldId="2147483666"/>
          </pc:sldLayoutMkLst>
        </pc:sldLayoutChg>
        <pc:sldLayoutChg chg="addSp delSp modSp mod">
          <pc:chgData name="Carmine Palladino" userId="2173f01094ab57cc" providerId="LiveId" clId="{6C201A9F-1ED6-4BB7-851A-E4E48447C344}" dt="2025-07-09T09:40:23.964" v="1492"/>
          <pc:sldLayoutMkLst>
            <pc:docMk/>
            <pc:sldMasterMk cId="712246480" sldId="2147483648"/>
            <pc:sldLayoutMk cId="1417313212" sldId="2147483667"/>
          </pc:sldLayoutMkLst>
        </pc:sldLayoutChg>
        <pc:sldLayoutChg chg="addSp delSp modSp mod">
          <pc:chgData name="Carmine Palladino" userId="2173f01094ab57cc" providerId="LiveId" clId="{6C201A9F-1ED6-4BB7-851A-E4E48447C344}" dt="2025-07-09T09:40:09.885" v="1488" actId="207"/>
          <pc:sldLayoutMkLst>
            <pc:docMk/>
            <pc:sldMasterMk cId="712246480" sldId="2147483648"/>
            <pc:sldLayoutMk cId="4175178371" sldId="2147483669"/>
          </pc:sldLayoutMkLst>
        </pc:sldLayoutChg>
        <pc:sldLayoutChg chg="modSp mod">
          <pc:chgData name="Carmine Palladino" userId="2173f01094ab57cc" providerId="LiveId" clId="{6C201A9F-1ED6-4BB7-851A-E4E48447C344}" dt="2025-07-09T09:40:28.128" v="1493" actId="207"/>
          <pc:sldLayoutMkLst>
            <pc:docMk/>
            <pc:sldMasterMk cId="712246480" sldId="2147483648"/>
            <pc:sldLayoutMk cId="1189615927" sldId="2147483670"/>
          </pc:sldLayoutMkLst>
        </pc:sldLayoutChg>
        <pc:sldLayoutChg chg="modSp mod">
          <pc:chgData name="Carmine Palladino" userId="2173f01094ab57cc" providerId="LiveId" clId="{6C201A9F-1ED6-4BB7-851A-E4E48447C344}" dt="2025-07-09T09:40:31.394" v="1494" actId="207"/>
          <pc:sldLayoutMkLst>
            <pc:docMk/>
            <pc:sldMasterMk cId="712246480" sldId="2147483648"/>
            <pc:sldLayoutMk cId="6556335" sldId="2147483671"/>
          </pc:sldLayoutMkLst>
        </pc:sldLayoutChg>
        <pc:sldLayoutChg chg="addSp delSp modSp mod">
          <pc:chgData name="Carmine Palladino" userId="2173f01094ab57cc" providerId="LiveId" clId="{6C201A9F-1ED6-4BB7-851A-E4E48447C344}" dt="2025-07-09T10:47:56.256" v="2153" actId="478"/>
          <pc:sldLayoutMkLst>
            <pc:docMk/>
            <pc:sldMasterMk cId="712246480" sldId="2147483648"/>
            <pc:sldLayoutMk cId="663603340" sldId="2147483674"/>
          </pc:sldLayoutMkLst>
        </pc:sldLayoutChg>
        <pc:sldLayoutChg chg="addSp delSp modSp mod setBg">
          <pc:chgData name="Carmine Palladino" userId="2173f01094ab57cc" providerId="LiveId" clId="{6C201A9F-1ED6-4BB7-851A-E4E48447C344}" dt="2025-07-09T09:44:41.180" v="1608" actId="692"/>
          <pc:sldLayoutMkLst>
            <pc:docMk/>
            <pc:sldMasterMk cId="712246480" sldId="2147483648"/>
            <pc:sldLayoutMk cId="3166767058" sldId="2147483675"/>
          </pc:sldLayoutMkLst>
        </pc:sldLayoutChg>
        <pc:sldLayoutChg chg="addSp modSp mod">
          <pc:chgData name="Carmine Palladino" userId="2173f01094ab57cc" providerId="LiveId" clId="{6C201A9F-1ED6-4BB7-851A-E4E48447C344}" dt="2025-07-09T09:18:05.507" v="1379" actId="12789"/>
          <pc:sldLayoutMkLst>
            <pc:docMk/>
            <pc:sldMasterMk cId="712246480" sldId="2147483648"/>
            <pc:sldLayoutMk cId="2149920673" sldId="2147483676"/>
          </pc:sldLayoutMkLst>
        </pc:sldLayoutChg>
        <pc:sldLayoutChg chg="addSp delSp modSp mod">
          <pc:chgData name="Carmine Palladino" userId="2173f01094ab57cc" providerId="LiveId" clId="{6C201A9F-1ED6-4BB7-851A-E4E48447C344}" dt="2025-07-09T06:54:31.060" v="37" actId="1076"/>
          <pc:sldLayoutMkLst>
            <pc:docMk/>
            <pc:sldMasterMk cId="712246480" sldId="2147483648"/>
            <pc:sldLayoutMk cId="1587614784" sldId="2147483679"/>
          </pc:sldLayoutMkLst>
        </pc:sldLayoutChg>
        <pc:sldLayoutChg chg="addSp delSp modSp mod setBg">
          <pc:chgData name="Carmine Palladino" userId="2173f01094ab57cc" providerId="LiveId" clId="{6C201A9F-1ED6-4BB7-851A-E4E48447C344}" dt="2025-07-09T10:22:40.214" v="1858" actId="207"/>
          <pc:sldLayoutMkLst>
            <pc:docMk/>
            <pc:sldMasterMk cId="712246480" sldId="2147483648"/>
            <pc:sldLayoutMk cId="26953290" sldId="2147483680"/>
          </pc:sldLayoutMkLst>
        </pc:sldLayoutChg>
        <pc:sldLayoutChg chg="addSp delSp modSp mod setBg">
          <pc:chgData name="Carmine Palladino" userId="2173f01094ab57cc" providerId="LiveId" clId="{6C201A9F-1ED6-4BB7-851A-E4E48447C344}" dt="2025-07-09T10:42:35.931" v="2099"/>
          <pc:sldLayoutMkLst>
            <pc:docMk/>
            <pc:sldMasterMk cId="712246480" sldId="2147483648"/>
            <pc:sldLayoutMk cId="3843318574" sldId="2147483681"/>
          </pc:sldLayoutMkLst>
        </pc:sldLayoutChg>
        <pc:sldLayoutChg chg="addSp delSp modSp mod setBg">
          <pc:chgData name="Carmine Palladino" userId="2173f01094ab57cc" providerId="LiveId" clId="{6C201A9F-1ED6-4BB7-851A-E4E48447C344}" dt="2025-07-09T08:26:37.193" v="709" actId="14826"/>
          <pc:sldLayoutMkLst>
            <pc:docMk/>
            <pc:sldMasterMk cId="712246480" sldId="2147483648"/>
            <pc:sldLayoutMk cId="3854079820" sldId="2147483682"/>
          </pc:sldLayoutMkLst>
        </pc:sldLayoutChg>
        <pc:sldLayoutChg chg="addSp delSp modSp mod">
          <pc:chgData name="Carmine Palladino" userId="2173f01094ab57cc" providerId="LiveId" clId="{6C201A9F-1ED6-4BB7-851A-E4E48447C344}" dt="2025-07-09T08:42:09.424" v="936" actId="1076"/>
          <pc:sldLayoutMkLst>
            <pc:docMk/>
            <pc:sldMasterMk cId="712246480" sldId="2147483648"/>
            <pc:sldLayoutMk cId="193015949" sldId="2147483684"/>
          </pc:sldLayoutMkLst>
        </pc:sldLayoutChg>
        <pc:sldLayoutChg chg="addSp delSp modSp mod">
          <pc:chgData name="Carmine Palladino" userId="2173f01094ab57cc" providerId="LiveId" clId="{6C201A9F-1ED6-4BB7-851A-E4E48447C344}" dt="2025-07-09T08:42:41.935" v="942" actId="1076"/>
          <pc:sldLayoutMkLst>
            <pc:docMk/>
            <pc:sldMasterMk cId="712246480" sldId="2147483648"/>
            <pc:sldLayoutMk cId="3044415244" sldId="2147483685"/>
          </pc:sldLayoutMkLst>
        </pc:sldLayoutChg>
        <pc:sldLayoutChg chg="addSp delSp modSp mod">
          <pc:chgData name="Carmine Palladino" userId="2173f01094ab57cc" providerId="LiveId" clId="{6C201A9F-1ED6-4BB7-851A-E4E48447C344}" dt="2025-07-09T09:14:06.798" v="1281" actId="167"/>
          <pc:sldLayoutMkLst>
            <pc:docMk/>
            <pc:sldMasterMk cId="712246480" sldId="2147483648"/>
            <pc:sldLayoutMk cId="3356613890" sldId="2147483686"/>
          </pc:sldLayoutMkLst>
        </pc:sldLayoutChg>
        <pc:sldLayoutChg chg="addSp delSp modSp mod">
          <pc:chgData name="Carmine Palladino" userId="2173f01094ab57cc" providerId="LiveId" clId="{6C201A9F-1ED6-4BB7-851A-E4E48447C344}" dt="2025-07-09T08:56:05.940" v="1038" actId="2085"/>
          <pc:sldLayoutMkLst>
            <pc:docMk/>
            <pc:sldMasterMk cId="712246480" sldId="2147483648"/>
            <pc:sldLayoutMk cId="2621144200" sldId="2147483687"/>
          </pc:sldLayoutMkLst>
        </pc:sldLayoutChg>
        <pc:sldLayoutChg chg="addSp delSp modSp mod">
          <pc:chgData name="Carmine Palladino" userId="2173f01094ab57cc" providerId="LiveId" clId="{6C201A9F-1ED6-4BB7-851A-E4E48447C344}" dt="2025-07-09T09:48:02.823" v="1659" actId="207"/>
          <pc:sldLayoutMkLst>
            <pc:docMk/>
            <pc:sldMasterMk cId="712246480" sldId="2147483648"/>
            <pc:sldLayoutMk cId="788230577" sldId="2147483688"/>
          </pc:sldLayoutMkLst>
        </pc:sldLayoutChg>
        <pc:sldLayoutChg chg="addSp delSp modSp mod setBg">
          <pc:chgData name="Carmine Palladino" userId="2173f01094ab57cc" providerId="LiveId" clId="{6C201A9F-1ED6-4BB7-851A-E4E48447C344}" dt="2025-07-09T09:47:11.745" v="1649" actId="1076"/>
          <pc:sldLayoutMkLst>
            <pc:docMk/>
            <pc:sldMasterMk cId="712246480" sldId="2147483648"/>
            <pc:sldLayoutMk cId="2136019823" sldId="2147483689"/>
          </pc:sldLayoutMkLst>
        </pc:sldLayoutChg>
        <pc:sldLayoutChg chg="addSp delSp modSp mod setBg">
          <pc:chgData name="Carmine Palladino" userId="2173f01094ab57cc" providerId="LiveId" clId="{6C201A9F-1ED6-4BB7-851A-E4E48447C344}" dt="2025-07-09T10:07:39.570" v="1841"/>
          <pc:sldLayoutMkLst>
            <pc:docMk/>
            <pc:sldMasterMk cId="712246480" sldId="2147483648"/>
            <pc:sldLayoutMk cId="2593015877" sldId="2147483690"/>
          </pc:sldLayoutMkLst>
        </pc:sldLayoutChg>
        <pc:sldLayoutChg chg="addSp delSp modSp mod">
          <pc:chgData name="Carmine Palladino" userId="2173f01094ab57cc" providerId="LiveId" clId="{6C201A9F-1ED6-4BB7-851A-E4E48447C344}" dt="2025-07-09T07:35:43.062" v="385" actId="14826"/>
          <pc:sldLayoutMkLst>
            <pc:docMk/>
            <pc:sldMasterMk cId="712246480" sldId="2147483648"/>
            <pc:sldLayoutMk cId="2731211076" sldId="2147483691"/>
          </pc:sldLayoutMkLst>
        </pc:sldLayoutChg>
        <pc:sldLayoutChg chg="addSp delSp modSp mod">
          <pc:chgData name="Carmine Palladino" userId="2173f01094ab57cc" providerId="LiveId" clId="{6C201A9F-1ED6-4BB7-851A-E4E48447C344}" dt="2025-07-09T06:59:32.989" v="43" actId="14826"/>
          <pc:sldLayoutMkLst>
            <pc:docMk/>
            <pc:sldMasterMk cId="712246480" sldId="2147483648"/>
            <pc:sldLayoutMk cId="2706276798" sldId="2147483693"/>
          </pc:sldLayoutMkLst>
        </pc:sldLayoutChg>
        <pc:sldLayoutChg chg="addSp delSp modSp mod setBg">
          <pc:chgData name="Carmine Palladino" userId="2173f01094ab57cc" providerId="LiveId" clId="{6C201A9F-1ED6-4BB7-851A-E4E48447C344}" dt="2025-07-09T10:31:44.119" v="2007" actId="478"/>
          <pc:sldLayoutMkLst>
            <pc:docMk/>
            <pc:sldMasterMk cId="712246480" sldId="2147483648"/>
            <pc:sldLayoutMk cId="3205088401" sldId="2147483694"/>
          </pc:sldLayoutMkLst>
        </pc:sldLayoutChg>
        <pc:sldLayoutChg chg="addSp delSp modSp mod setBg">
          <pc:chgData name="Carmine Palladino" userId="2173f01094ab57cc" providerId="LiveId" clId="{6C201A9F-1ED6-4BB7-851A-E4E48447C344}" dt="2025-07-09T10:41:55.232" v="2031" actId="207"/>
          <pc:sldLayoutMkLst>
            <pc:docMk/>
            <pc:sldMasterMk cId="712246480" sldId="2147483648"/>
            <pc:sldLayoutMk cId="4199883752" sldId="2147483695"/>
          </pc:sldLayoutMkLst>
        </pc:sldLayoutChg>
        <pc:sldLayoutChg chg="addSp delSp modSp mod setBg">
          <pc:chgData name="Carmine Palladino" userId="2173f01094ab57cc" providerId="LiveId" clId="{6C201A9F-1ED6-4BB7-851A-E4E48447C344}" dt="2025-07-09T08:34:19.751" v="885" actId="166"/>
          <pc:sldLayoutMkLst>
            <pc:docMk/>
            <pc:sldMasterMk cId="712246480" sldId="2147483648"/>
            <pc:sldLayoutMk cId="3509731642" sldId="2147483696"/>
          </pc:sldLayoutMkLst>
        </pc:sldLayoutChg>
        <pc:sldLayoutChg chg="addSp delSp modSp mod setBg">
          <pc:chgData name="Carmine Palladino" userId="2173f01094ab57cc" providerId="LiveId" clId="{6C201A9F-1ED6-4BB7-851A-E4E48447C344}" dt="2025-07-09T10:25:14.481" v="1918" actId="207"/>
          <pc:sldLayoutMkLst>
            <pc:docMk/>
            <pc:sldMasterMk cId="712246480" sldId="2147483648"/>
            <pc:sldLayoutMk cId="971397048" sldId="2147483697"/>
          </pc:sldLayoutMkLst>
        </pc:sldLayoutChg>
        <pc:sldLayoutChg chg="addSp delSp modSp mod setBg">
          <pc:chgData name="Carmine Palladino" userId="2173f01094ab57cc" providerId="LiveId" clId="{6C201A9F-1ED6-4BB7-851A-E4E48447C344}" dt="2025-07-09T09:37:48.598" v="1473" actId="403"/>
          <pc:sldLayoutMkLst>
            <pc:docMk/>
            <pc:sldMasterMk cId="712246480" sldId="2147483648"/>
            <pc:sldLayoutMk cId="888814790" sldId="2147483699"/>
          </pc:sldLayoutMkLst>
        </pc:sldLayoutChg>
        <pc:sldLayoutChg chg="modSp">
          <pc:chgData name="Carmine Palladino" userId="2173f01094ab57cc" providerId="LiveId" clId="{6C201A9F-1ED6-4BB7-851A-E4E48447C344}" dt="2025-07-09T08:20:09.430" v="680" actId="14826"/>
          <pc:sldLayoutMkLst>
            <pc:docMk/>
            <pc:sldMasterMk cId="712246480" sldId="2147483648"/>
            <pc:sldLayoutMk cId="3989353717" sldId="2147483700"/>
          </pc:sldLayoutMkLst>
        </pc:sldLayoutChg>
        <pc:sldLayoutChg chg="addSp delSp modSp add mod modTransition setBg">
          <pc:chgData name="Carmine Palladino" userId="2173f01094ab57cc" providerId="LiveId" clId="{6C201A9F-1ED6-4BB7-851A-E4E48447C344}" dt="2025-07-09T09:12:07.550" v="1279" actId="207"/>
          <pc:sldLayoutMkLst>
            <pc:docMk/>
            <pc:sldMasterMk cId="712246480" sldId="2147483648"/>
            <pc:sldLayoutMk cId="3076284598" sldId="2147483701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5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27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7" Type="http://schemas.openxmlformats.org/officeDocument/2006/relationships/image" Target="../media/image4.sv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31.svg"/><Relationship Id="rId4" Type="http://schemas.openxmlformats.org/officeDocument/2006/relationships/image" Target="../media/image30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3.svg"/><Relationship Id="rId4" Type="http://schemas.openxmlformats.org/officeDocument/2006/relationships/image" Target="../media/image3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5.svg"/><Relationship Id="rId4" Type="http://schemas.openxmlformats.org/officeDocument/2006/relationships/image" Target="../media/image34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7.svg"/><Relationship Id="rId4" Type="http://schemas.openxmlformats.org/officeDocument/2006/relationships/image" Target="../media/image36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8.svg"/><Relationship Id="rId4" Type="http://schemas.openxmlformats.org/officeDocument/2006/relationships/image" Target="../media/image1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2.svg"/><Relationship Id="rId4" Type="http://schemas.openxmlformats.org/officeDocument/2006/relationships/image" Target="../media/image1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8.svg"/><Relationship Id="rId4" Type="http://schemas.openxmlformats.org/officeDocument/2006/relationships/image" Target="../media/image1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4.svg"/><Relationship Id="rId4" Type="http://schemas.openxmlformats.org/officeDocument/2006/relationships/image" Target="../media/image43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4.svg"/><Relationship Id="rId4" Type="http://schemas.openxmlformats.org/officeDocument/2006/relationships/image" Target="../media/image43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4.svg"/><Relationship Id="rId4" Type="http://schemas.openxmlformats.org/officeDocument/2006/relationships/image" Target="../media/image43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4.svg"/><Relationship Id="rId4" Type="http://schemas.openxmlformats.org/officeDocument/2006/relationships/image" Target="../media/image43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4.svg"/><Relationship Id="rId4" Type="http://schemas.openxmlformats.org/officeDocument/2006/relationships/image" Target="../media/image43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49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2" Type="http://schemas.openxmlformats.org/officeDocument/2006/relationships/image" Target="../media/image5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2" Type="http://schemas.openxmlformats.org/officeDocument/2006/relationships/image" Target="../media/image53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5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B9F37D51-611E-2BB6-3BE9-C28FC8F64E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470400" y="311833"/>
            <a:ext cx="3251200" cy="599512"/>
          </a:xfrm>
          <a:prstGeom prst="rect">
            <a:avLst/>
          </a:prstGeom>
        </p:spPr>
      </p:pic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4CE6B700-F2E9-CC29-F74F-36281B9EE28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54027" y="6318528"/>
            <a:ext cx="1083946" cy="22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614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TRO_dark">
    <p:bg>
      <p:bgPr>
        <a:gradFill flip="none" rotWithShape="1">
          <a:gsLst>
            <a:gs pos="25000">
              <a:schemeClr val="tx2"/>
            </a:gs>
            <a:gs pos="100000">
              <a:schemeClr val="tx2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lemento grafico 1">
            <a:extLst>
              <a:ext uri="{FF2B5EF4-FFF2-40B4-BE49-F238E27FC236}">
                <a16:creationId xmlns:a16="http://schemas.microsoft.com/office/drawing/2014/main" id="{08C3B7B7-3116-5FED-D6E3-E6C980DF5B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554028" y="6318528"/>
            <a:ext cx="1083944" cy="227639"/>
          </a:xfrm>
          <a:prstGeom prst="rect">
            <a:avLst/>
          </a:prstGeom>
        </p:spPr>
      </p:pic>
      <p:pic>
        <p:nvPicPr>
          <p:cNvPr id="3" name="Elemento grafico 2">
            <a:extLst>
              <a:ext uri="{FF2B5EF4-FFF2-40B4-BE49-F238E27FC236}">
                <a16:creationId xmlns:a16="http://schemas.microsoft.com/office/drawing/2014/main" id="{CC6B8D96-17D2-D038-412A-22A7F8C1AE4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479283" y="311833"/>
            <a:ext cx="3233433" cy="599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2767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TR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lemento grafico 6">
            <a:extLst>
              <a:ext uri="{FF2B5EF4-FFF2-40B4-BE49-F238E27FC236}">
                <a16:creationId xmlns:a16="http://schemas.microsoft.com/office/drawing/2014/main" id="{3ECFB724-0822-990B-7825-164426ADFF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54027" y="6318528"/>
            <a:ext cx="1083946" cy="227639"/>
          </a:xfrm>
          <a:prstGeom prst="rect">
            <a:avLst/>
          </a:prstGeom>
        </p:spPr>
      </p:pic>
      <p:pic>
        <p:nvPicPr>
          <p:cNvPr id="8" name="Elemento grafico 7">
            <a:extLst>
              <a:ext uri="{FF2B5EF4-FFF2-40B4-BE49-F238E27FC236}">
                <a16:creationId xmlns:a16="http://schemas.microsoft.com/office/drawing/2014/main" id="{7A3A61E1-6EF2-24E9-99D3-806F4F69159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83758" y="311833"/>
            <a:ext cx="779267" cy="706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4289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TRO-dark">
    <p:bg>
      <p:bgPr>
        <a:gradFill flip="none" rotWithShape="1">
          <a:gsLst>
            <a:gs pos="50000">
              <a:schemeClr val="tx2"/>
            </a:gs>
            <a:gs pos="100000">
              <a:schemeClr val="tx2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lemento grafico 1">
            <a:extLst>
              <a:ext uri="{FF2B5EF4-FFF2-40B4-BE49-F238E27FC236}">
                <a16:creationId xmlns:a16="http://schemas.microsoft.com/office/drawing/2014/main" id="{668C70A2-8713-FDCF-601F-5F09DA7C2C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554028" y="6318528"/>
            <a:ext cx="1083944" cy="227639"/>
          </a:xfrm>
          <a:prstGeom prst="rect">
            <a:avLst/>
          </a:prstGeom>
        </p:spPr>
      </p:pic>
      <p:pic>
        <p:nvPicPr>
          <p:cNvPr id="3" name="Elemento grafico 2">
            <a:extLst>
              <a:ext uri="{FF2B5EF4-FFF2-40B4-BE49-F238E27FC236}">
                <a16:creationId xmlns:a16="http://schemas.microsoft.com/office/drawing/2014/main" id="{8026A26D-4308-3104-D788-2EC6EEC180D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83758" y="311833"/>
            <a:ext cx="779267" cy="706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2110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TRO-PIC-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lemento grafico 6">
            <a:extLst>
              <a:ext uri="{FF2B5EF4-FFF2-40B4-BE49-F238E27FC236}">
                <a16:creationId xmlns:a16="http://schemas.microsoft.com/office/drawing/2014/main" id="{C8C112DE-8593-2A85-FCC6-87B50001186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086630" y="425464"/>
            <a:ext cx="2018740" cy="372250"/>
          </a:xfrm>
          <a:prstGeom prst="rect">
            <a:avLst/>
          </a:prstGeom>
        </p:spPr>
      </p:pic>
      <p:pic>
        <p:nvPicPr>
          <p:cNvPr id="23" name="Elemento grafico 22">
            <a:extLst>
              <a:ext uri="{FF2B5EF4-FFF2-40B4-BE49-F238E27FC236}">
                <a16:creationId xmlns:a16="http://schemas.microsoft.com/office/drawing/2014/main" id="{07037731-3567-4819-E24E-39029D768DE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4027" y="6318528"/>
            <a:ext cx="1083946" cy="22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32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_Left_Bottom_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A1B9485B-8516-D714-B758-07AB9D731B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83758" y="311833"/>
            <a:ext cx="779267" cy="706866"/>
          </a:xfrm>
          <a:prstGeom prst="rect">
            <a:avLst/>
          </a:prstGeom>
        </p:spPr>
      </p:pic>
      <p:pic>
        <p:nvPicPr>
          <p:cNvPr id="6" name="Elemento grafico 5">
            <a:extLst>
              <a:ext uri="{FF2B5EF4-FFF2-40B4-BE49-F238E27FC236}">
                <a16:creationId xmlns:a16="http://schemas.microsoft.com/office/drawing/2014/main" id="{00B3D486-983A-A285-3461-3C90D3DA90A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6988" y="6318528"/>
            <a:ext cx="1083946" cy="22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5973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_Left_Light">
    <p:bg>
      <p:bgPr>
        <a:gradFill>
          <a:gsLst>
            <a:gs pos="53000">
              <a:schemeClr val="tx2">
                <a:alpha val="0"/>
              </a:schemeClr>
            </a:gs>
            <a:gs pos="62000">
              <a:schemeClr val="accent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8">
            <a:extLst>
              <a:ext uri="{FF2B5EF4-FFF2-40B4-BE49-F238E27FC236}">
                <a16:creationId xmlns:a16="http://schemas.microsoft.com/office/drawing/2014/main" id="{6DF26F4B-FC3B-A9B3-892E-9A00B4CBC4C5}"/>
              </a:ext>
            </a:extLst>
          </p:cNvPr>
          <p:cNvSpPr/>
          <p:nvPr userDrawn="1"/>
        </p:nvSpPr>
        <p:spPr>
          <a:xfrm>
            <a:off x="7692571" y="1"/>
            <a:ext cx="449942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 err="1"/>
              <a:t>Insert</a:t>
            </a:r>
            <a:r>
              <a:rPr lang="it-IT" b="1" dirty="0"/>
              <a:t> image </a:t>
            </a:r>
            <a:r>
              <a:rPr lang="it-IT" b="1" dirty="0" err="1"/>
              <a:t>here</a:t>
            </a:r>
            <a:endParaRPr lang="it-IT" b="1" dirty="0"/>
          </a:p>
        </p:txBody>
      </p:sp>
      <p:pic>
        <p:nvPicPr>
          <p:cNvPr id="2" name="Elemento grafico 1">
            <a:extLst>
              <a:ext uri="{FF2B5EF4-FFF2-40B4-BE49-F238E27FC236}">
                <a16:creationId xmlns:a16="http://schemas.microsoft.com/office/drawing/2014/main" id="{B628B8FE-8C73-DD54-2C62-D301FD2F44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6988" y="6318528"/>
            <a:ext cx="1083946" cy="227639"/>
          </a:xfrm>
          <a:prstGeom prst="rect">
            <a:avLst/>
          </a:prstGeom>
        </p:spPr>
      </p:pic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2896ACC9-166A-55DD-41EC-B79946FC1AC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838697" y="311833"/>
            <a:ext cx="777172" cy="706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3970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_Center_Dark">
    <p:bg>
      <p:bgPr>
        <a:gradFill>
          <a:gsLst>
            <a:gs pos="70000">
              <a:schemeClr val="tx2"/>
            </a:gs>
            <a:gs pos="100000">
              <a:schemeClr val="accent1">
                <a:lumMod val="5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Elemento grafico 2">
            <a:extLst>
              <a:ext uri="{FF2B5EF4-FFF2-40B4-BE49-F238E27FC236}">
                <a16:creationId xmlns:a16="http://schemas.microsoft.com/office/drawing/2014/main" id="{FD0F08E6-40AF-FA4B-8FE4-49C1B79DC49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991760" y="428447"/>
            <a:ext cx="2208478" cy="366285"/>
          </a:xfrm>
          <a:prstGeom prst="rect">
            <a:avLst/>
          </a:prstGeom>
        </p:spPr>
      </p:pic>
      <p:pic>
        <p:nvPicPr>
          <p:cNvPr id="9" name="Elemento grafico 8">
            <a:extLst>
              <a:ext uri="{FF2B5EF4-FFF2-40B4-BE49-F238E27FC236}">
                <a16:creationId xmlns:a16="http://schemas.microsoft.com/office/drawing/2014/main" id="{0BFABA02-5ADA-FD79-EB82-4BCBF5DECAA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76989" y="6318528"/>
            <a:ext cx="1083944" cy="22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0798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Profile_Light">
    <p:bg>
      <p:bgPr>
        <a:gradFill>
          <a:gsLst>
            <a:gs pos="74000">
              <a:schemeClr val="accent4">
                <a:lumMod val="40000"/>
                <a:lumOff val="60000"/>
              </a:schemeClr>
            </a:gs>
            <a:gs pos="66000">
              <a:schemeClr val="tx2"/>
            </a:gs>
            <a:gs pos="100000">
              <a:schemeClr val="accent3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lemento grafico 5">
            <a:extLst>
              <a:ext uri="{FF2B5EF4-FFF2-40B4-BE49-F238E27FC236}">
                <a16:creationId xmlns:a16="http://schemas.microsoft.com/office/drawing/2014/main" id="{38F34867-7112-5A91-32F9-F69F332283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25702" y="6318528"/>
            <a:ext cx="1083944" cy="227639"/>
          </a:xfrm>
          <a:prstGeom prst="rect">
            <a:avLst/>
          </a:prstGeom>
        </p:spPr>
      </p:pic>
      <p:pic>
        <p:nvPicPr>
          <p:cNvPr id="8" name="Elemento grafico 7">
            <a:extLst>
              <a:ext uri="{FF2B5EF4-FFF2-40B4-BE49-F238E27FC236}">
                <a16:creationId xmlns:a16="http://schemas.microsoft.com/office/drawing/2014/main" id="{7EE777A8-7845-5D41-099E-7A0532A6ED8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83758" y="425464"/>
            <a:ext cx="2018740" cy="37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3185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Profile_Dark">
    <p:bg>
      <p:bgPr>
        <a:gradFill>
          <a:gsLst>
            <a:gs pos="75000">
              <a:schemeClr val="tx1"/>
            </a:gs>
            <a:gs pos="62000">
              <a:schemeClr val="accent1"/>
            </a:gs>
            <a:gs pos="100000">
              <a:schemeClr val="tx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37DA1EF1-1FD2-A7F0-A31A-477B4D5EA1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35226" y="6318528"/>
            <a:ext cx="1083946" cy="227639"/>
          </a:xfrm>
          <a:prstGeom prst="rect">
            <a:avLst/>
          </a:prstGeom>
        </p:spPr>
      </p:pic>
      <p:pic>
        <p:nvPicPr>
          <p:cNvPr id="3" name="Elemento grafico 2">
            <a:extLst>
              <a:ext uri="{FF2B5EF4-FFF2-40B4-BE49-F238E27FC236}">
                <a16:creationId xmlns:a16="http://schemas.microsoft.com/office/drawing/2014/main" id="{6A2FB686-55F1-4817-F16E-AC187257D62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83758" y="425464"/>
            <a:ext cx="2018740" cy="37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8837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Profile_Left_Green">
    <p:bg>
      <p:bgPr>
        <a:gradFill>
          <a:gsLst>
            <a:gs pos="75000">
              <a:schemeClr val="tx1"/>
            </a:gs>
            <a:gs pos="62000">
              <a:schemeClr val="accent2"/>
            </a:gs>
            <a:gs pos="100000">
              <a:schemeClr val="tx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lemento grafico 9">
            <a:extLst>
              <a:ext uri="{FF2B5EF4-FFF2-40B4-BE49-F238E27FC236}">
                <a16:creationId xmlns:a16="http://schemas.microsoft.com/office/drawing/2014/main" id="{A86CB209-64DE-6D47-A75D-EADEB8769E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35226" y="6318528"/>
            <a:ext cx="1083946" cy="227639"/>
          </a:xfrm>
          <a:prstGeom prst="rect">
            <a:avLst/>
          </a:prstGeom>
        </p:spPr>
      </p:pic>
      <p:pic>
        <p:nvPicPr>
          <p:cNvPr id="11" name="Elemento grafico 10">
            <a:extLst>
              <a:ext uri="{FF2B5EF4-FFF2-40B4-BE49-F238E27FC236}">
                <a16:creationId xmlns:a16="http://schemas.microsoft.com/office/drawing/2014/main" id="{C80F9B03-D6E3-1E62-1723-0621F41381C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83758" y="425464"/>
            <a:ext cx="2018740" cy="37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0884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Oval_Left_Dar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Elemento grafico 17">
            <a:extLst>
              <a:ext uri="{FF2B5EF4-FFF2-40B4-BE49-F238E27FC236}">
                <a16:creationId xmlns:a16="http://schemas.microsoft.com/office/drawing/2014/main" id="{DAEE3D22-D61D-6CFD-EF96-D1729EE61C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25702" y="6318528"/>
            <a:ext cx="1083944" cy="227639"/>
          </a:xfrm>
          <a:prstGeom prst="rect">
            <a:avLst/>
          </a:prstGeom>
        </p:spPr>
      </p:pic>
      <p:pic>
        <p:nvPicPr>
          <p:cNvPr id="22" name="Elemento grafico 21">
            <a:extLst>
              <a:ext uri="{FF2B5EF4-FFF2-40B4-BE49-F238E27FC236}">
                <a16:creationId xmlns:a16="http://schemas.microsoft.com/office/drawing/2014/main" id="{2AA2B1C6-1AED-9AE6-2EB3-6C8FAA6CEC0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5020" y="243777"/>
            <a:ext cx="11697258" cy="6618096"/>
          </a:xfrm>
          <a:prstGeom prst="rect">
            <a:avLst/>
          </a:prstGeom>
        </p:spPr>
      </p:pic>
      <p:pic>
        <p:nvPicPr>
          <p:cNvPr id="23" name="Elemento grafico 22">
            <a:extLst>
              <a:ext uri="{FF2B5EF4-FFF2-40B4-BE49-F238E27FC236}">
                <a16:creationId xmlns:a16="http://schemas.microsoft.com/office/drawing/2014/main" id="{316EEA49-725D-A5F7-B266-B2085F65066B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45330" y="0"/>
            <a:ext cx="68516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7316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Oval_Left_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Elemento grafico 2">
            <a:extLst>
              <a:ext uri="{FF2B5EF4-FFF2-40B4-BE49-F238E27FC236}">
                <a16:creationId xmlns:a16="http://schemas.microsoft.com/office/drawing/2014/main" id="{E11E8278-4341-720C-1066-99171E50F4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45330" y="0"/>
            <a:ext cx="6851650" cy="6858000"/>
          </a:xfrm>
          <a:prstGeom prst="rect">
            <a:avLst/>
          </a:prstGeom>
        </p:spPr>
      </p:pic>
      <p:pic>
        <p:nvPicPr>
          <p:cNvPr id="22" name="Elemento grafico 21">
            <a:extLst>
              <a:ext uri="{FF2B5EF4-FFF2-40B4-BE49-F238E27FC236}">
                <a16:creationId xmlns:a16="http://schemas.microsoft.com/office/drawing/2014/main" id="{2AA2B1C6-1AED-9AE6-2EB3-6C8FAA6CEC0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5020" y="243777"/>
            <a:ext cx="11697258" cy="6618096"/>
          </a:xfrm>
          <a:prstGeom prst="rect">
            <a:avLst/>
          </a:prstGeom>
        </p:spPr>
      </p:pic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B1907D90-7FC6-E6AD-08FB-2D118DBA6D2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35226" y="6318528"/>
            <a:ext cx="1083946" cy="22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2845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able_of_contents_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DA28EFC9-7D85-5B44-D594-B0A70CD75719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" name="Elemento grafico 1">
            <a:extLst>
              <a:ext uri="{FF2B5EF4-FFF2-40B4-BE49-F238E27FC236}">
                <a16:creationId xmlns:a16="http://schemas.microsoft.com/office/drawing/2014/main" id="{8F24B727-36CA-BC68-7598-9485647F86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83758" y="311833"/>
            <a:ext cx="779267" cy="706865"/>
          </a:xfrm>
          <a:prstGeom prst="rect">
            <a:avLst/>
          </a:prstGeom>
        </p:spPr>
      </p:pic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7FB24502-EBBB-49B5-F15D-CBFD021431F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66333" y="0"/>
            <a:ext cx="106256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159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able_of_contents_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DA28EFC9-7D85-5B44-D594-B0A70CD75719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" name="Elemento grafico 1">
            <a:extLst>
              <a:ext uri="{FF2B5EF4-FFF2-40B4-BE49-F238E27FC236}">
                <a16:creationId xmlns:a16="http://schemas.microsoft.com/office/drawing/2014/main" id="{9068BBE0-F89E-9A28-85DB-4CED735873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0625667" cy="6858000"/>
          </a:xfrm>
          <a:prstGeom prst="rect">
            <a:avLst/>
          </a:prstGeom>
        </p:spPr>
      </p:pic>
      <p:pic>
        <p:nvPicPr>
          <p:cNvPr id="3" name="Elemento grafico 2">
            <a:extLst>
              <a:ext uri="{FF2B5EF4-FFF2-40B4-BE49-F238E27FC236}">
                <a16:creationId xmlns:a16="http://schemas.microsoft.com/office/drawing/2014/main" id="{3CEE5D88-3642-82AB-D571-40157C700DB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84805" y="311833"/>
            <a:ext cx="777172" cy="706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4152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meline_Dar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Elemento grafico 16">
            <a:extLst>
              <a:ext uri="{FF2B5EF4-FFF2-40B4-BE49-F238E27FC236}">
                <a16:creationId xmlns:a16="http://schemas.microsoft.com/office/drawing/2014/main" id="{FEDE50CD-F976-E4FF-01B8-00EADA8398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4600" y="0"/>
            <a:ext cx="10625667" cy="6858000"/>
          </a:xfrm>
          <a:prstGeom prst="rect">
            <a:avLst/>
          </a:prstGeom>
        </p:spPr>
      </p:pic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26DD2E4F-B790-A1D5-DCD2-BD493D3620B7}"/>
              </a:ext>
            </a:extLst>
          </p:cNvPr>
          <p:cNvCxnSpPr>
            <a:cxnSpLocks/>
          </p:cNvCxnSpPr>
          <p:nvPr userDrawn="1"/>
        </p:nvCxnSpPr>
        <p:spPr>
          <a:xfrm>
            <a:off x="1660243" y="3592286"/>
            <a:ext cx="9002143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e 5">
            <a:extLst>
              <a:ext uri="{FF2B5EF4-FFF2-40B4-BE49-F238E27FC236}">
                <a16:creationId xmlns:a16="http://schemas.microsoft.com/office/drawing/2014/main" id="{D33808B0-7C6D-B707-F86B-558F44C3DEE4}"/>
              </a:ext>
            </a:extLst>
          </p:cNvPr>
          <p:cNvSpPr/>
          <p:nvPr userDrawn="1"/>
        </p:nvSpPr>
        <p:spPr>
          <a:xfrm>
            <a:off x="1377214" y="3309257"/>
            <a:ext cx="566057" cy="56605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/>
          </a:p>
        </p:txBody>
      </p:sp>
      <p:sp>
        <p:nvSpPr>
          <p:cNvPr id="7" name="Ovale 6">
            <a:extLst>
              <a:ext uri="{FF2B5EF4-FFF2-40B4-BE49-F238E27FC236}">
                <a16:creationId xmlns:a16="http://schemas.microsoft.com/office/drawing/2014/main" id="{3F4AA8D9-5C42-6B26-9114-168DE1D7A4C4}"/>
              </a:ext>
            </a:extLst>
          </p:cNvPr>
          <p:cNvSpPr/>
          <p:nvPr userDrawn="1"/>
        </p:nvSpPr>
        <p:spPr>
          <a:xfrm>
            <a:off x="10379357" y="3309257"/>
            <a:ext cx="566057" cy="56605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/>
          </a:p>
        </p:txBody>
      </p:sp>
      <p:sp>
        <p:nvSpPr>
          <p:cNvPr id="8" name="Ovale 7">
            <a:extLst>
              <a:ext uri="{FF2B5EF4-FFF2-40B4-BE49-F238E27FC236}">
                <a16:creationId xmlns:a16="http://schemas.microsoft.com/office/drawing/2014/main" id="{42835719-94F2-700D-E8BC-F96B32137D02}"/>
              </a:ext>
            </a:extLst>
          </p:cNvPr>
          <p:cNvSpPr/>
          <p:nvPr userDrawn="1"/>
        </p:nvSpPr>
        <p:spPr>
          <a:xfrm>
            <a:off x="8128821" y="3309257"/>
            <a:ext cx="566057" cy="56605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/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A7B9ECEE-38C8-8A42-608F-98302940D5D8}"/>
              </a:ext>
            </a:extLst>
          </p:cNvPr>
          <p:cNvSpPr/>
          <p:nvPr userDrawn="1"/>
        </p:nvSpPr>
        <p:spPr>
          <a:xfrm>
            <a:off x="5812971" y="3309257"/>
            <a:ext cx="566057" cy="56605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/>
          </a:p>
        </p:txBody>
      </p:sp>
      <p:sp>
        <p:nvSpPr>
          <p:cNvPr id="10" name="Ovale 9">
            <a:extLst>
              <a:ext uri="{FF2B5EF4-FFF2-40B4-BE49-F238E27FC236}">
                <a16:creationId xmlns:a16="http://schemas.microsoft.com/office/drawing/2014/main" id="{14906A1C-8870-D720-EF43-AAC2A618BF99}"/>
              </a:ext>
            </a:extLst>
          </p:cNvPr>
          <p:cNvSpPr/>
          <p:nvPr userDrawn="1"/>
        </p:nvSpPr>
        <p:spPr>
          <a:xfrm>
            <a:off x="3627750" y="3309257"/>
            <a:ext cx="566057" cy="56605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/>
          </a:p>
        </p:txBody>
      </p:sp>
      <p:cxnSp>
        <p:nvCxnSpPr>
          <p:cNvPr id="13" name="Connettore diritto 12">
            <a:extLst>
              <a:ext uri="{FF2B5EF4-FFF2-40B4-BE49-F238E27FC236}">
                <a16:creationId xmlns:a16="http://schemas.microsoft.com/office/drawing/2014/main" id="{F88162AD-3B76-F15E-4C55-4E8692861734}"/>
              </a:ext>
            </a:extLst>
          </p:cNvPr>
          <p:cNvCxnSpPr>
            <a:cxnSpLocks/>
            <a:endCxn id="6" idx="0"/>
          </p:cNvCxnSpPr>
          <p:nvPr userDrawn="1"/>
        </p:nvCxnSpPr>
        <p:spPr>
          <a:xfrm>
            <a:off x="1660243" y="2324100"/>
            <a:ext cx="0" cy="985157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diritto 18">
            <a:extLst>
              <a:ext uri="{FF2B5EF4-FFF2-40B4-BE49-F238E27FC236}">
                <a16:creationId xmlns:a16="http://schemas.microsoft.com/office/drawing/2014/main" id="{9FECEACE-8818-5D45-930B-6D653B8889E7}"/>
              </a:ext>
            </a:extLst>
          </p:cNvPr>
          <p:cNvCxnSpPr>
            <a:cxnSpLocks/>
          </p:cNvCxnSpPr>
          <p:nvPr userDrawn="1"/>
        </p:nvCxnSpPr>
        <p:spPr>
          <a:xfrm>
            <a:off x="6096000" y="2324100"/>
            <a:ext cx="0" cy="985157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diritto 19">
            <a:extLst>
              <a:ext uri="{FF2B5EF4-FFF2-40B4-BE49-F238E27FC236}">
                <a16:creationId xmlns:a16="http://schemas.microsoft.com/office/drawing/2014/main" id="{682A3026-C76D-753C-EEB9-A8B022E30424}"/>
              </a:ext>
            </a:extLst>
          </p:cNvPr>
          <p:cNvCxnSpPr>
            <a:cxnSpLocks/>
          </p:cNvCxnSpPr>
          <p:nvPr userDrawn="1"/>
        </p:nvCxnSpPr>
        <p:spPr>
          <a:xfrm>
            <a:off x="10662386" y="2324100"/>
            <a:ext cx="0" cy="985157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diritto 20">
            <a:extLst>
              <a:ext uri="{FF2B5EF4-FFF2-40B4-BE49-F238E27FC236}">
                <a16:creationId xmlns:a16="http://schemas.microsoft.com/office/drawing/2014/main" id="{29473D61-C244-9E64-850C-98BFBDA839A2}"/>
              </a:ext>
            </a:extLst>
          </p:cNvPr>
          <p:cNvCxnSpPr>
            <a:cxnSpLocks/>
          </p:cNvCxnSpPr>
          <p:nvPr userDrawn="1"/>
        </p:nvCxnSpPr>
        <p:spPr>
          <a:xfrm>
            <a:off x="3891815" y="3875315"/>
            <a:ext cx="0" cy="985157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diritto 21">
            <a:extLst>
              <a:ext uri="{FF2B5EF4-FFF2-40B4-BE49-F238E27FC236}">
                <a16:creationId xmlns:a16="http://schemas.microsoft.com/office/drawing/2014/main" id="{1C2283B8-ED97-A53E-226E-DED8114B982C}"/>
              </a:ext>
            </a:extLst>
          </p:cNvPr>
          <p:cNvCxnSpPr>
            <a:cxnSpLocks/>
          </p:cNvCxnSpPr>
          <p:nvPr userDrawn="1"/>
        </p:nvCxnSpPr>
        <p:spPr>
          <a:xfrm>
            <a:off x="8392098" y="3875315"/>
            <a:ext cx="0" cy="985157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DEE398E-21A2-F021-4883-38DEA88E1118}"/>
              </a:ext>
            </a:extLst>
          </p:cNvPr>
          <p:cNvSpPr txBox="1"/>
          <p:nvPr userDrawn="1"/>
        </p:nvSpPr>
        <p:spPr>
          <a:xfrm>
            <a:off x="1364514" y="3323621"/>
            <a:ext cx="5489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spc="-300" dirty="0">
                <a:solidFill>
                  <a:schemeClr val="accent4"/>
                </a:solidFill>
                <a:latin typeface="+mj-lt"/>
              </a:rPr>
              <a:t>1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1FAE547-74E5-7C95-45B1-BFE7AED1D8EB}"/>
              </a:ext>
            </a:extLst>
          </p:cNvPr>
          <p:cNvSpPr txBox="1"/>
          <p:nvPr userDrawn="1"/>
        </p:nvSpPr>
        <p:spPr>
          <a:xfrm>
            <a:off x="3615050" y="3330676"/>
            <a:ext cx="5489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spc="-300" dirty="0">
                <a:solidFill>
                  <a:schemeClr val="accent4"/>
                </a:solidFill>
                <a:latin typeface="+mj-lt"/>
              </a:rPr>
              <a:t>2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35610885-F0A2-2999-99DD-27E666CD6F02}"/>
              </a:ext>
            </a:extLst>
          </p:cNvPr>
          <p:cNvSpPr txBox="1"/>
          <p:nvPr userDrawn="1"/>
        </p:nvSpPr>
        <p:spPr>
          <a:xfrm>
            <a:off x="5812971" y="3330676"/>
            <a:ext cx="5489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spc="-300" dirty="0">
                <a:solidFill>
                  <a:schemeClr val="accent4"/>
                </a:solidFill>
                <a:latin typeface="+mj-lt"/>
              </a:rPr>
              <a:t>3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46CA8FD6-2FED-88F9-42E3-B85E8494463A}"/>
              </a:ext>
            </a:extLst>
          </p:cNvPr>
          <p:cNvSpPr txBox="1"/>
          <p:nvPr userDrawn="1"/>
        </p:nvSpPr>
        <p:spPr>
          <a:xfrm>
            <a:off x="8117635" y="3330676"/>
            <a:ext cx="5489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spc="-300" dirty="0">
                <a:solidFill>
                  <a:schemeClr val="accent4"/>
                </a:solidFill>
                <a:latin typeface="+mj-lt"/>
              </a:rPr>
              <a:t>4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BF485BF-FEC5-E4D1-5C5F-040FBDD927B3}"/>
              </a:ext>
            </a:extLst>
          </p:cNvPr>
          <p:cNvSpPr txBox="1"/>
          <p:nvPr userDrawn="1"/>
        </p:nvSpPr>
        <p:spPr>
          <a:xfrm>
            <a:off x="10379357" y="3330676"/>
            <a:ext cx="5489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spc="-300" dirty="0">
                <a:solidFill>
                  <a:schemeClr val="accent4"/>
                </a:solidFill>
                <a:latin typeface="+mj-lt"/>
              </a:rPr>
              <a:t>5</a:t>
            </a:r>
          </a:p>
        </p:txBody>
      </p:sp>
      <p:pic>
        <p:nvPicPr>
          <p:cNvPr id="16" name="Elemento grafico 15">
            <a:extLst>
              <a:ext uri="{FF2B5EF4-FFF2-40B4-BE49-F238E27FC236}">
                <a16:creationId xmlns:a16="http://schemas.microsoft.com/office/drawing/2014/main" id="{4388078A-1188-4A51-ABC7-7BCB1BF27F1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086630" y="425464"/>
            <a:ext cx="2018740" cy="37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9533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meline_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Elemento grafico 40">
            <a:extLst>
              <a:ext uri="{FF2B5EF4-FFF2-40B4-BE49-F238E27FC236}">
                <a16:creationId xmlns:a16="http://schemas.microsoft.com/office/drawing/2014/main" id="{D646AEB5-45CE-BD61-90F3-958F50B20F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4600" y="0"/>
            <a:ext cx="10625667" cy="6858000"/>
          </a:xfrm>
          <a:prstGeom prst="rect">
            <a:avLst/>
          </a:prstGeom>
        </p:spPr>
      </p:pic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664F1457-41E2-4918-7642-071CC5DAFFAA}"/>
              </a:ext>
            </a:extLst>
          </p:cNvPr>
          <p:cNvCxnSpPr>
            <a:cxnSpLocks/>
          </p:cNvCxnSpPr>
          <p:nvPr userDrawn="1"/>
        </p:nvCxnSpPr>
        <p:spPr>
          <a:xfrm>
            <a:off x="1660243" y="3592286"/>
            <a:ext cx="9002143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e 3">
            <a:extLst>
              <a:ext uri="{FF2B5EF4-FFF2-40B4-BE49-F238E27FC236}">
                <a16:creationId xmlns:a16="http://schemas.microsoft.com/office/drawing/2014/main" id="{EE07CCFE-D3FF-3ED1-158D-A198F4A40D0C}"/>
              </a:ext>
            </a:extLst>
          </p:cNvPr>
          <p:cNvSpPr/>
          <p:nvPr userDrawn="1"/>
        </p:nvSpPr>
        <p:spPr>
          <a:xfrm>
            <a:off x="1377214" y="3309257"/>
            <a:ext cx="566057" cy="566058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/>
          </a:p>
        </p:txBody>
      </p:sp>
      <p:sp>
        <p:nvSpPr>
          <p:cNvPr id="11" name="Ovale 10">
            <a:extLst>
              <a:ext uri="{FF2B5EF4-FFF2-40B4-BE49-F238E27FC236}">
                <a16:creationId xmlns:a16="http://schemas.microsoft.com/office/drawing/2014/main" id="{F2A858AC-7ED3-4596-96D5-30235A51254E}"/>
              </a:ext>
            </a:extLst>
          </p:cNvPr>
          <p:cNvSpPr/>
          <p:nvPr userDrawn="1"/>
        </p:nvSpPr>
        <p:spPr>
          <a:xfrm>
            <a:off x="10379357" y="3309257"/>
            <a:ext cx="566057" cy="566058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/>
          </a:p>
        </p:txBody>
      </p:sp>
      <p:sp>
        <p:nvSpPr>
          <p:cNvPr id="12" name="Ovale 11">
            <a:extLst>
              <a:ext uri="{FF2B5EF4-FFF2-40B4-BE49-F238E27FC236}">
                <a16:creationId xmlns:a16="http://schemas.microsoft.com/office/drawing/2014/main" id="{10075CFB-6F55-C3E2-4BE3-263EB0B61C4E}"/>
              </a:ext>
            </a:extLst>
          </p:cNvPr>
          <p:cNvSpPr/>
          <p:nvPr userDrawn="1"/>
        </p:nvSpPr>
        <p:spPr>
          <a:xfrm>
            <a:off x="8128821" y="3309257"/>
            <a:ext cx="566057" cy="566058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/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AEBA3128-3F90-6ED0-B7BA-0B9102657B15}"/>
              </a:ext>
            </a:extLst>
          </p:cNvPr>
          <p:cNvSpPr/>
          <p:nvPr userDrawn="1"/>
        </p:nvSpPr>
        <p:spPr>
          <a:xfrm>
            <a:off x="5812971" y="3309257"/>
            <a:ext cx="566057" cy="566058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/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99B7265A-F3C4-9233-5A1A-5506AC70CE97}"/>
              </a:ext>
            </a:extLst>
          </p:cNvPr>
          <p:cNvSpPr/>
          <p:nvPr userDrawn="1"/>
        </p:nvSpPr>
        <p:spPr>
          <a:xfrm>
            <a:off x="3627750" y="3309257"/>
            <a:ext cx="566057" cy="566058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/>
          </a:p>
        </p:txBody>
      </p:sp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id="{43EF68EF-BCDD-49B3-4513-4F37EE7B1B35}"/>
              </a:ext>
            </a:extLst>
          </p:cNvPr>
          <p:cNvCxnSpPr>
            <a:cxnSpLocks/>
            <a:endCxn id="4" idx="0"/>
          </p:cNvCxnSpPr>
          <p:nvPr userDrawn="1"/>
        </p:nvCxnSpPr>
        <p:spPr>
          <a:xfrm>
            <a:off x="1660243" y="2324100"/>
            <a:ext cx="0" cy="98515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diritto 16">
            <a:extLst>
              <a:ext uri="{FF2B5EF4-FFF2-40B4-BE49-F238E27FC236}">
                <a16:creationId xmlns:a16="http://schemas.microsoft.com/office/drawing/2014/main" id="{C06B9812-7397-EBA0-6761-F6E371B5317D}"/>
              </a:ext>
            </a:extLst>
          </p:cNvPr>
          <p:cNvCxnSpPr>
            <a:cxnSpLocks/>
          </p:cNvCxnSpPr>
          <p:nvPr userDrawn="1"/>
        </p:nvCxnSpPr>
        <p:spPr>
          <a:xfrm>
            <a:off x="6096000" y="2324100"/>
            <a:ext cx="0" cy="98515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diritto 17">
            <a:extLst>
              <a:ext uri="{FF2B5EF4-FFF2-40B4-BE49-F238E27FC236}">
                <a16:creationId xmlns:a16="http://schemas.microsoft.com/office/drawing/2014/main" id="{F6609D4D-DE55-08CE-4205-73F08D884CAF}"/>
              </a:ext>
            </a:extLst>
          </p:cNvPr>
          <p:cNvCxnSpPr>
            <a:cxnSpLocks/>
          </p:cNvCxnSpPr>
          <p:nvPr userDrawn="1"/>
        </p:nvCxnSpPr>
        <p:spPr>
          <a:xfrm>
            <a:off x="10662386" y="2324100"/>
            <a:ext cx="0" cy="98515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ttore diritto 27">
            <a:extLst>
              <a:ext uri="{FF2B5EF4-FFF2-40B4-BE49-F238E27FC236}">
                <a16:creationId xmlns:a16="http://schemas.microsoft.com/office/drawing/2014/main" id="{784DD02F-9F0D-FA54-10C8-3DCD4DDD4D3B}"/>
              </a:ext>
            </a:extLst>
          </p:cNvPr>
          <p:cNvCxnSpPr>
            <a:cxnSpLocks/>
          </p:cNvCxnSpPr>
          <p:nvPr userDrawn="1"/>
        </p:nvCxnSpPr>
        <p:spPr>
          <a:xfrm>
            <a:off x="3891815" y="3875315"/>
            <a:ext cx="0" cy="98515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diritto 28">
            <a:extLst>
              <a:ext uri="{FF2B5EF4-FFF2-40B4-BE49-F238E27FC236}">
                <a16:creationId xmlns:a16="http://schemas.microsoft.com/office/drawing/2014/main" id="{F1C72421-70CF-52A2-9E5E-9A3E1DB3F207}"/>
              </a:ext>
            </a:extLst>
          </p:cNvPr>
          <p:cNvCxnSpPr>
            <a:cxnSpLocks/>
          </p:cNvCxnSpPr>
          <p:nvPr userDrawn="1"/>
        </p:nvCxnSpPr>
        <p:spPr>
          <a:xfrm>
            <a:off x="8392098" y="3875315"/>
            <a:ext cx="0" cy="98515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Elemento grafico 34">
            <a:extLst>
              <a:ext uri="{FF2B5EF4-FFF2-40B4-BE49-F238E27FC236}">
                <a16:creationId xmlns:a16="http://schemas.microsoft.com/office/drawing/2014/main" id="{33E63F07-9775-22AA-642A-179FB369F5D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086630" y="425464"/>
            <a:ext cx="2018740" cy="372250"/>
          </a:xfrm>
          <a:prstGeom prst="rect">
            <a:avLst/>
          </a:prstGeom>
        </p:spPr>
      </p:pic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FFB7EA98-24CD-5B17-DBC3-40973344FFA8}"/>
              </a:ext>
            </a:extLst>
          </p:cNvPr>
          <p:cNvSpPr txBox="1"/>
          <p:nvPr userDrawn="1"/>
        </p:nvSpPr>
        <p:spPr>
          <a:xfrm>
            <a:off x="1364514" y="3323621"/>
            <a:ext cx="5489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spc="-300" dirty="0">
                <a:solidFill>
                  <a:schemeClr val="accent4"/>
                </a:solidFill>
                <a:latin typeface="+mj-lt"/>
              </a:rPr>
              <a:t>1</a:t>
            </a: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998EC789-5546-CD65-7DF6-41BCB274C719}"/>
              </a:ext>
            </a:extLst>
          </p:cNvPr>
          <p:cNvSpPr txBox="1"/>
          <p:nvPr userDrawn="1"/>
        </p:nvSpPr>
        <p:spPr>
          <a:xfrm>
            <a:off x="3615050" y="3330676"/>
            <a:ext cx="5489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spc="-300" dirty="0">
                <a:solidFill>
                  <a:schemeClr val="accent4"/>
                </a:solidFill>
                <a:latin typeface="+mj-lt"/>
              </a:rPr>
              <a:t>2</a:t>
            </a: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B7C74578-2C87-3B8E-1083-1D068BB8B1ED}"/>
              </a:ext>
            </a:extLst>
          </p:cNvPr>
          <p:cNvSpPr txBox="1"/>
          <p:nvPr userDrawn="1"/>
        </p:nvSpPr>
        <p:spPr>
          <a:xfrm>
            <a:off x="5812971" y="3330676"/>
            <a:ext cx="5489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spc="-300" dirty="0">
                <a:solidFill>
                  <a:schemeClr val="accent4"/>
                </a:solidFill>
                <a:latin typeface="+mj-lt"/>
              </a:rPr>
              <a:t>3</a:t>
            </a: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50E9E116-B3B5-1D0C-C798-EF480F9F29EB}"/>
              </a:ext>
            </a:extLst>
          </p:cNvPr>
          <p:cNvSpPr txBox="1"/>
          <p:nvPr userDrawn="1"/>
        </p:nvSpPr>
        <p:spPr>
          <a:xfrm>
            <a:off x="8117635" y="3330676"/>
            <a:ext cx="5489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spc="-300" dirty="0">
                <a:solidFill>
                  <a:schemeClr val="accent4"/>
                </a:solidFill>
                <a:latin typeface="+mj-lt"/>
              </a:rPr>
              <a:t>4</a:t>
            </a:r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9B039B55-648F-EF47-4A14-0C3F1F2FE85C}"/>
              </a:ext>
            </a:extLst>
          </p:cNvPr>
          <p:cNvSpPr txBox="1"/>
          <p:nvPr userDrawn="1"/>
        </p:nvSpPr>
        <p:spPr>
          <a:xfrm>
            <a:off x="10379357" y="3330676"/>
            <a:ext cx="5489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spc="-300" dirty="0">
                <a:solidFill>
                  <a:schemeClr val="accent4"/>
                </a:solidFill>
                <a:latin typeface="+mj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3566138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ircles_dark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37BC3E85-91E8-4226-B5A6-28630E045E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70174" y="0"/>
            <a:ext cx="6851650" cy="6858000"/>
          </a:xfrm>
          <a:prstGeom prst="rect">
            <a:avLst/>
          </a:prstGeom>
        </p:spPr>
      </p:pic>
      <p:sp>
        <p:nvSpPr>
          <p:cNvPr id="8" name="Ovale 7">
            <a:extLst>
              <a:ext uri="{FF2B5EF4-FFF2-40B4-BE49-F238E27FC236}">
                <a16:creationId xmlns:a16="http://schemas.microsoft.com/office/drawing/2014/main" id="{2DF2E89C-439B-91C1-AD02-EBECFA2C4F0E}"/>
              </a:ext>
            </a:extLst>
          </p:cNvPr>
          <p:cNvSpPr/>
          <p:nvPr userDrawn="1"/>
        </p:nvSpPr>
        <p:spPr>
          <a:xfrm>
            <a:off x="4864745" y="2197746"/>
            <a:ext cx="2462508" cy="2462508"/>
          </a:xfrm>
          <a:prstGeom prst="ellipse">
            <a:avLst/>
          </a:prstGeom>
          <a:solidFill>
            <a:schemeClr val="accent2"/>
          </a:solidFill>
          <a:ln w="762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Ovale 22">
            <a:extLst>
              <a:ext uri="{FF2B5EF4-FFF2-40B4-BE49-F238E27FC236}">
                <a16:creationId xmlns:a16="http://schemas.microsoft.com/office/drawing/2014/main" id="{B6A37BAB-9CCE-53BE-6590-E67929453529}"/>
              </a:ext>
            </a:extLst>
          </p:cNvPr>
          <p:cNvSpPr/>
          <p:nvPr userDrawn="1"/>
        </p:nvSpPr>
        <p:spPr>
          <a:xfrm>
            <a:off x="8881575" y="2197746"/>
            <a:ext cx="2462508" cy="2462508"/>
          </a:xfrm>
          <a:prstGeom prst="ellipse">
            <a:avLst/>
          </a:prstGeom>
          <a:solidFill>
            <a:schemeClr val="accent2"/>
          </a:solidFill>
          <a:ln w="762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Ovale 25">
            <a:extLst>
              <a:ext uri="{FF2B5EF4-FFF2-40B4-BE49-F238E27FC236}">
                <a16:creationId xmlns:a16="http://schemas.microsoft.com/office/drawing/2014/main" id="{14D79A35-1B27-BAB0-BE27-99C3F8C72245}"/>
              </a:ext>
            </a:extLst>
          </p:cNvPr>
          <p:cNvSpPr/>
          <p:nvPr userDrawn="1"/>
        </p:nvSpPr>
        <p:spPr>
          <a:xfrm>
            <a:off x="717289" y="2197746"/>
            <a:ext cx="2462508" cy="2462508"/>
          </a:xfrm>
          <a:prstGeom prst="ellipse">
            <a:avLst/>
          </a:prstGeom>
          <a:solidFill>
            <a:schemeClr val="accent2"/>
          </a:solidFill>
          <a:ln w="762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" name="Elemento grafico 2">
            <a:extLst>
              <a:ext uri="{FF2B5EF4-FFF2-40B4-BE49-F238E27FC236}">
                <a16:creationId xmlns:a16="http://schemas.microsoft.com/office/drawing/2014/main" id="{3CBFF00B-3568-FB1E-B599-CA7D577EEEB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086629" y="6281086"/>
            <a:ext cx="2018740" cy="37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5288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ircles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vale 28">
            <a:extLst>
              <a:ext uri="{FF2B5EF4-FFF2-40B4-BE49-F238E27FC236}">
                <a16:creationId xmlns:a16="http://schemas.microsoft.com/office/drawing/2014/main" id="{320785A7-DF00-91CB-FC67-5535BE69AED7}"/>
              </a:ext>
            </a:extLst>
          </p:cNvPr>
          <p:cNvSpPr/>
          <p:nvPr userDrawn="1"/>
        </p:nvSpPr>
        <p:spPr>
          <a:xfrm>
            <a:off x="4864745" y="2197746"/>
            <a:ext cx="2462508" cy="2462508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" name="Elemento grafico 1">
            <a:extLst>
              <a:ext uri="{FF2B5EF4-FFF2-40B4-BE49-F238E27FC236}">
                <a16:creationId xmlns:a16="http://schemas.microsoft.com/office/drawing/2014/main" id="{7EF08459-26E9-1A49-E9DB-1C4A280145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70174" y="0"/>
            <a:ext cx="6851650" cy="6858000"/>
          </a:xfrm>
          <a:prstGeom prst="rect">
            <a:avLst/>
          </a:prstGeom>
        </p:spPr>
      </p:pic>
      <p:sp>
        <p:nvSpPr>
          <p:cNvPr id="35" name="Ovale 34">
            <a:extLst>
              <a:ext uri="{FF2B5EF4-FFF2-40B4-BE49-F238E27FC236}">
                <a16:creationId xmlns:a16="http://schemas.microsoft.com/office/drawing/2014/main" id="{64B2346A-BAAE-906F-477E-57D5A7DAAD64}"/>
              </a:ext>
            </a:extLst>
          </p:cNvPr>
          <p:cNvSpPr/>
          <p:nvPr userDrawn="1"/>
        </p:nvSpPr>
        <p:spPr>
          <a:xfrm>
            <a:off x="717289" y="2197746"/>
            <a:ext cx="2462508" cy="2462508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Ovale 31">
            <a:extLst>
              <a:ext uri="{FF2B5EF4-FFF2-40B4-BE49-F238E27FC236}">
                <a16:creationId xmlns:a16="http://schemas.microsoft.com/office/drawing/2014/main" id="{0B3992E6-3436-5028-0ADF-92D57FA1DEC3}"/>
              </a:ext>
            </a:extLst>
          </p:cNvPr>
          <p:cNvSpPr/>
          <p:nvPr userDrawn="1"/>
        </p:nvSpPr>
        <p:spPr>
          <a:xfrm>
            <a:off x="8881575" y="2197746"/>
            <a:ext cx="2462508" cy="2462508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" name="Elemento grafico 2">
            <a:extLst>
              <a:ext uri="{FF2B5EF4-FFF2-40B4-BE49-F238E27FC236}">
                <a16:creationId xmlns:a16="http://schemas.microsoft.com/office/drawing/2014/main" id="{039AB24D-5CDC-790D-D601-50E545BB1CC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086629" y="6281086"/>
            <a:ext cx="2018740" cy="37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1442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ards_dar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CCBEE53F-3281-26DE-E263-00277F8C79DE}"/>
              </a:ext>
            </a:extLst>
          </p:cNvPr>
          <p:cNvSpPr/>
          <p:nvPr userDrawn="1"/>
        </p:nvSpPr>
        <p:spPr>
          <a:xfrm>
            <a:off x="609600" y="2148588"/>
            <a:ext cx="2567703" cy="3801796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DF9556FB-CCFA-553C-8D02-EAC3B431D01D}"/>
              </a:ext>
            </a:extLst>
          </p:cNvPr>
          <p:cNvSpPr/>
          <p:nvPr userDrawn="1"/>
        </p:nvSpPr>
        <p:spPr>
          <a:xfrm>
            <a:off x="3416160" y="2148588"/>
            <a:ext cx="2567703" cy="3801796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B0265303-E7AE-DAC0-EB4B-353395162C1F}"/>
              </a:ext>
            </a:extLst>
          </p:cNvPr>
          <p:cNvSpPr/>
          <p:nvPr userDrawn="1"/>
        </p:nvSpPr>
        <p:spPr>
          <a:xfrm>
            <a:off x="6222720" y="2148588"/>
            <a:ext cx="2567703" cy="3801796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A906653A-290E-73AE-97D4-A10707624BEC}"/>
              </a:ext>
            </a:extLst>
          </p:cNvPr>
          <p:cNvSpPr/>
          <p:nvPr userDrawn="1"/>
        </p:nvSpPr>
        <p:spPr>
          <a:xfrm>
            <a:off x="9029281" y="2148588"/>
            <a:ext cx="2567703" cy="3801796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87405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ards_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0EB32E7B-2BAD-DFFB-1CBB-35FD91549E8C}"/>
              </a:ext>
            </a:extLst>
          </p:cNvPr>
          <p:cNvSpPr/>
          <p:nvPr userDrawn="1"/>
        </p:nvSpPr>
        <p:spPr>
          <a:xfrm>
            <a:off x="609600" y="2148588"/>
            <a:ext cx="2567703" cy="3801796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C2284C29-C2C3-D12A-AC0E-88553ACBF6AC}"/>
              </a:ext>
            </a:extLst>
          </p:cNvPr>
          <p:cNvSpPr/>
          <p:nvPr userDrawn="1"/>
        </p:nvSpPr>
        <p:spPr>
          <a:xfrm>
            <a:off x="3416160" y="2148588"/>
            <a:ext cx="2567703" cy="3801796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A66F5E61-4595-652A-A557-DF841EB7FD94}"/>
              </a:ext>
            </a:extLst>
          </p:cNvPr>
          <p:cNvSpPr/>
          <p:nvPr userDrawn="1"/>
        </p:nvSpPr>
        <p:spPr>
          <a:xfrm>
            <a:off x="6222720" y="2148588"/>
            <a:ext cx="2567703" cy="3801796"/>
          </a:xfrm>
          <a:prstGeom prst="roundRect">
            <a:avLst/>
          </a:prstGeom>
          <a:solidFill>
            <a:schemeClr val="bg2"/>
          </a:solidFill>
          <a:ln w="152400" cmpd="dbl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439481E4-8C09-76A1-2FAA-C53D67B98FC7}"/>
              </a:ext>
            </a:extLst>
          </p:cNvPr>
          <p:cNvSpPr/>
          <p:nvPr userDrawn="1"/>
        </p:nvSpPr>
        <p:spPr>
          <a:xfrm>
            <a:off x="9029281" y="2148588"/>
            <a:ext cx="2567703" cy="3801796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636033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ards_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Elemento grafico 15">
            <a:extLst>
              <a:ext uri="{FF2B5EF4-FFF2-40B4-BE49-F238E27FC236}">
                <a16:creationId xmlns:a16="http://schemas.microsoft.com/office/drawing/2014/main" id="{AAA37C30-2F9E-309A-12C3-98388A4A13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09492" y="436133"/>
            <a:ext cx="727798" cy="642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3537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Progress_bar_dar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lemento grafico 6">
            <a:extLst>
              <a:ext uri="{FF2B5EF4-FFF2-40B4-BE49-F238E27FC236}">
                <a16:creationId xmlns:a16="http://schemas.microsoft.com/office/drawing/2014/main" id="{1D3242B8-E909-E3CC-FBFD-3B322FAA22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-1892067" y="2498505"/>
            <a:ext cx="6251562" cy="2467429"/>
          </a:xfrm>
          <a:prstGeom prst="rect">
            <a:avLst/>
          </a:prstGeom>
        </p:spPr>
      </p:pic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4E7A59F6-7E7A-B2A4-29B8-0DCBBD175CFF}"/>
              </a:ext>
            </a:extLst>
          </p:cNvPr>
          <p:cNvCxnSpPr>
            <a:cxnSpLocks/>
          </p:cNvCxnSpPr>
          <p:nvPr userDrawn="1"/>
        </p:nvCxnSpPr>
        <p:spPr>
          <a:xfrm flipH="1">
            <a:off x="1485900" y="3309257"/>
            <a:ext cx="9220200" cy="0"/>
          </a:xfrm>
          <a:prstGeom prst="line">
            <a:avLst/>
          </a:prstGeom>
          <a:ln w="635000" cap="rnd">
            <a:gradFill>
              <a:gsLst>
                <a:gs pos="0">
                  <a:schemeClr val="accent2"/>
                </a:gs>
                <a:gs pos="75000">
                  <a:schemeClr val="accent1"/>
                </a:gs>
                <a:gs pos="100000">
                  <a:schemeClr val="accent4"/>
                </a:gs>
                <a:gs pos="90000">
                  <a:schemeClr val="accent3"/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67670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Layout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3EB0719F-DBDE-CF3D-0AFD-8EF6FCB20F7C}"/>
              </a:ext>
            </a:extLst>
          </p:cNvPr>
          <p:cNvSpPr/>
          <p:nvPr userDrawn="1"/>
        </p:nvSpPr>
        <p:spPr>
          <a:xfrm>
            <a:off x="3048001" y="0"/>
            <a:ext cx="6096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DAD1CF9B-01E8-46CF-5D85-8F83C3CA6156}"/>
              </a:ext>
            </a:extLst>
          </p:cNvPr>
          <p:cNvSpPr/>
          <p:nvPr userDrawn="1"/>
        </p:nvSpPr>
        <p:spPr>
          <a:xfrm>
            <a:off x="9144000" y="0"/>
            <a:ext cx="3048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6A7D3A2E-00AE-F60A-A058-F4415F1518BC}"/>
              </a:ext>
            </a:extLst>
          </p:cNvPr>
          <p:cNvSpPr/>
          <p:nvPr userDrawn="1"/>
        </p:nvSpPr>
        <p:spPr>
          <a:xfrm>
            <a:off x="0" y="1152525"/>
            <a:ext cx="3048000" cy="57054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 err="1"/>
              <a:t>Insert</a:t>
            </a:r>
            <a:r>
              <a:rPr lang="it-IT" b="1" dirty="0"/>
              <a:t> image </a:t>
            </a:r>
            <a:r>
              <a:rPr lang="it-IT" b="1" dirty="0" err="1"/>
              <a:t>here</a:t>
            </a:r>
            <a:endParaRPr lang="it-IT" b="1" dirty="0"/>
          </a:p>
        </p:txBody>
      </p:sp>
      <p:pic>
        <p:nvPicPr>
          <p:cNvPr id="7" name="Elemento grafico 6">
            <a:extLst>
              <a:ext uri="{FF2B5EF4-FFF2-40B4-BE49-F238E27FC236}">
                <a16:creationId xmlns:a16="http://schemas.microsoft.com/office/drawing/2014/main" id="{3B716A82-2160-AF34-2D83-D66ADCFC91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16230" y="425464"/>
            <a:ext cx="2018740" cy="37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23057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Layout_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lemento grafico 5">
            <a:extLst>
              <a:ext uri="{FF2B5EF4-FFF2-40B4-BE49-F238E27FC236}">
                <a16:creationId xmlns:a16="http://schemas.microsoft.com/office/drawing/2014/main" id="{4887D83F-266C-0E7E-7F90-7798EDC4C1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24120" y="0"/>
            <a:ext cx="6851650" cy="6858000"/>
          </a:xfrm>
          <a:prstGeom prst="rect">
            <a:avLst/>
          </a:prstGeom>
        </p:spPr>
      </p:pic>
      <p:pic>
        <p:nvPicPr>
          <p:cNvPr id="3" name="Elemento grafico 2">
            <a:extLst>
              <a:ext uri="{FF2B5EF4-FFF2-40B4-BE49-F238E27FC236}">
                <a16:creationId xmlns:a16="http://schemas.microsoft.com/office/drawing/2014/main" id="{9D7C211C-A2A9-3449-9F26-9F5F154791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6230" y="0"/>
            <a:ext cx="6851650" cy="6858000"/>
          </a:xfrm>
          <a:prstGeom prst="rect">
            <a:avLst/>
          </a:prstGeom>
        </p:spPr>
      </p:pic>
      <p:sp>
        <p:nvSpPr>
          <p:cNvPr id="5" name="Rettangolo 4">
            <a:extLst>
              <a:ext uri="{FF2B5EF4-FFF2-40B4-BE49-F238E27FC236}">
                <a16:creationId xmlns:a16="http://schemas.microsoft.com/office/drawing/2014/main" id="{375C3140-599F-9DA2-5FCB-E81B23A07EC2}"/>
              </a:ext>
            </a:extLst>
          </p:cNvPr>
          <p:cNvSpPr/>
          <p:nvPr userDrawn="1"/>
        </p:nvSpPr>
        <p:spPr>
          <a:xfrm>
            <a:off x="3048000" y="0"/>
            <a:ext cx="6096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 err="1"/>
              <a:t>Insert</a:t>
            </a:r>
            <a:r>
              <a:rPr lang="it-IT" b="1" dirty="0"/>
              <a:t> image </a:t>
            </a:r>
            <a:r>
              <a:rPr lang="it-IT" b="1" dirty="0" err="1"/>
              <a:t>here</a:t>
            </a:r>
            <a:endParaRPr lang="it-IT" b="1" dirty="0"/>
          </a:p>
        </p:txBody>
      </p:sp>
      <p:pic>
        <p:nvPicPr>
          <p:cNvPr id="2" name="Elemento grafico 1">
            <a:extLst>
              <a:ext uri="{FF2B5EF4-FFF2-40B4-BE49-F238E27FC236}">
                <a16:creationId xmlns:a16="http://schemas.microsoft.com/office/drawing/2014/main" id="{2CC5DCAA-720F-63A3-4509-924796DB8AB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616230" y="425464"/>
            <a:ext cx="2018740" cy="37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0198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ING POINT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e 8">
            <a:extLst>
              <a:ext uri="{FF2B5EF4-FFF2-40B4-BE49-F238E27FC236}">
                <a16:creationId xmlns:a16="http://schemas.microsoft.com/office/drawing/2014/main" id="{DE15D68B-BA95-9D18-8A7D-52EE7070FFD3}"/>
              </a:ext>
            </a:extLst>
          </p:cNvPr>
          <p:cNvSpPr/>
          <p:nvPr userDrawn="1"/>
        </p:nvSpPr>
        <p:spPr>
          <a:xfrm>
            <a:off x="3365938" y="698938"/>
            <a:ext cx="5460124" cy="5460124"/>
          </a:xfrm>
          <a:prstGeom prst="ellips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Ovale 3">
            <a:extLst>
              <a:ext uri="{FF2B5EF4-FFF2-40B4-BE49-F238E27FC236}">
                <a16:creationId xmlns:a16="http://schemas.microsoft.com/office/drawing/2014/main" id="{806DF379-A464-CA49-1239-056AD09482ED}"/>
              </a:ext>
            </a:extLst>
          </p:cNvPr>
          <p:cNvSpPr/>
          <p:nvPr userDrawn="1"/>
        </p:nvSpPr>
        <p:spPr>
          <a:xfrm>
            <a:off x="4168984" y="1213545"/>
            <a:ext cx="331398" cy="331398"/>
          </a:xfrm>
          <a:prstGeom prst="ellipse">
            <a:avLst/>
          </a:prstGeom>
          <a:solidFill>
            <a:schemeClr val="accent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5" name="Ovale 4">
            <a:extLst>
              <a:ext uri="{FF2B5EF4-FFF2-40B4-BE49-F238E27FC236}">
                <a16:creationId xmlns:a16="http://schemas.microsoft.com/office/drawing/2014/main" id="{E00EDD1E-5E3E-1940-C8CE-45CB6DC00F82}"/>
              </a:ext>
            </a:extLst>
          </p:cNvPr>
          <p:cNvSpPr/>
          <p:nvPr userDrawn="1"/>
        </p:nvSpPr>
        <p:spPr>
          <a:xfrm>
            <a:off x="7667070" y="1213545"/>
            <a:ext cx="331398" cy="331398"/>
          </a:xfrm>
          <a:prstGeom prst="ellipse">
            <a:avLst/>
          </a:prstGeom>
          <a:solidFill>
            <a:schemeClr val="accent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6E4E62A4-EF2B-F67B-A1FB-BF9D855AA755}"/>
              </a:ext>
            </a:extLst>
          </p:cNvPr>
          <p:cNvSpPr/>
          <p:nvPr userDrawn="1"/>
        </p:nvSpPr>
        <p:spPr>
          <a:xfrm>
            <a:off x="7691618" y="5300783"/>
            <a:ext cx="331398" cy="331398"/>
          </a:xfrm>
          <a:prstGeom prst="ellipse">
            <a:avLst/>
          </a:prstGeom>
          <a:solidFill>
            <a:schemeClr val="accent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7" name="Ovale 6">
            <a:extLst>
              <a:ext uri="{FF2B5EF4-FFF2-40B4-BE49-F238E27FC236}">
                <a16:creationId xmlns:a16="http://schemas.microsoft.com/office/drawing/2014/main" id="{03081BAC-E167-0BD1-2CA0-43928549531F}"/>
              </a:ext>
            </a:extLst>
          </p:cNvPr>
          <p:cNvSpPr/>
          <p:nvPr userDrawn="1"/>
        </p:nvSpPr>
        <p:spPr>
          <a:xfrm>
            <a:off x="4168984" y="5313058"/>
            <a:ext cx="331398" cy="331398"/>
          </a:xfrm>
          <a:prstGeom prst="ellipse">
            <a:avLst/>
          </a:prstGeom>
          <a:solidFill>
            <a:schemeClr val="accent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2" name="Ovale 1">
            <a:extLst>
              <a:ext uri="{FF2B5EF4-FFF2-40B4-BE49-F238E27FC236}">
                <a16:creationId xmlns:a16="http://schemas.microsoft.com/office/drawing/2014/main" id="{A24F5AC2-3B29-82BB-0EFE-887084E79254}"/>
              </a:ext>
            </a:extLst>
          </p:cNvPr>
          <p:cNvSpPr/>
          <p:nvPr userDrawn="1"/>
        </p:nvSpPr>
        <p:spPr>
          <a:xfrm>
            <a:off x="8660363" y="3263301"/>
            <a:ext cx="331398" cy="331398"/>
          </a:xfrm>
          <a:prstGeom prst="ellipse">
            <a:avLst/>
          </a:prstGeom>
          <a:solidFill>
            <a:schemeClr val="accent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3" name="Ovale 2">
            <a:extLst>
              <a:ext uri="{FF2B5EF4-FFF2-40B4-BE49-F238E27FC236}">
                <a16:creationId xmlns:a16="http://schemas.microsoft.com/office/drawing/2014/main" id="{4B58E165-4C0C-4C97-613A-CF7DB63009EA}"/>
              </a:ext>
            </a:extLst>
          </p:cNvPr>
          <p:cNvSpPr/>
          <p:nvPr userDrawn="1"/>
        </p:nvSpPr>
        <p:spPr>
          <a:xfrm>
            <a:off x="3200239" y="3263301"/>
            <a:ext cx="331398" cy="331398"/>
          </a:xfrm>
          <a:prstGeom prst="ellipse">
            <a:avLst/>
          </a:prstGeom>
          <a:solidFill>
            <a:schemeClr val="accent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12" name="Elemento grafico 11">
            <a:extLst>
              <a:ext uri="{FF2B5EF4-FFF2-40B4-BE49-F238E27FC236}">
                <a16:creationId xmlns:a16="http://schemas.microsoft.com/office/drawing/2014/main" id="{53B8E4D8-E7E5-8210-7E9D-753F7C5F1C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5020" y="243777"/>
            <a:ext cx="11697258" cy="6618096"/>
          </a:xfrm>
          <a:prstGeom prst="rect">
            <a:avLst/>
          </a:prstGeom>
        </p:spPr>
      </p:pic>
      <p:pic>
        <p:nvPicPr>
          <p:cNvPr id="8" name="Elemento grafico 7">
            <a:extLst>
              <a:ext uri="{FF2B5EF4-FFF2-40B4-BE49-F238E27FC236}">
                <a16:creationId xmlns:a16="http://schemas.microsoft.com/office/drawing/2014/main" id="{E41A0EF3-8ECB-6287-A016-4D32C78E98B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575903" y="2086837"/>
            <a:ext cx="3040194" cy="268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9455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ING POINT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e 9">
            <a:extLst>
              <a:ext uri="{FF2B5EF4-FFF2-40B4-BE49-F238E27FC236}">
                <a16:creationId xmlns:a16="http://schemas.microsoft.com/office/drawing/2014/main" id="{7D94785C-6C1F-5290-A817-DEFEBE9BCA6E}"/>
              </a:ext>
            </a:extLst>
          </p:cNvPr>
          <p:cNvSpPr/>
          <p:nvPr userDrawn="1"/>
        </p:nvSpPr>
        <p:spPr>
          <a:xfrm>
            <a:off x="3365938" y="698938"/>
            <a:ext cx="5460124" cy="546012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Ovale 3">
            <a:extLst>
              <a:ext uri="{FF2B5EF4-FFF2-40B4-BE49-F238E27FC236}">
                <a16:creationId xmlns:a16="http://schemas.microsoft.com/office/drawing/2014/main" id="{806DF379-A464-CA49-1239-056AD09482ED}"/>
              </a:ext>
            </a:extLst>
          </p:cNvPr>
          <p:cNvSpPr/>
          <p:nvPr userDrawn="1"/>
        </p:nvSpPr>
        <p:spPr>
          <a:xfrm>
            <a:off x="3315138" y="2547045"/>
            <a:ext cx="331398" cy="331398"/>
          </a:xfrm>
          <a:prstGeom prst="ellipse">
            <a:avLst/>
          </a:prstGeom>
          <a:solidFill>
            <a:schemeClr val="accent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5" name="Ovale 4">
            <a:extLst>
              <a:ext uri="{FF2B5EF4-FFF2-40B4-BE49-F238E27FC236}">
                <a16:creationId xmlns:a16="http://schemas.microsoft.com/office/drawing/2014/main" id="{E00EDD1E-5E3E-1940-C8CE-45CB6DC00F82}"/>
              </a:ext>
            </a:extLst>
          </p:cNvPr>
          <p:cNvSpPr/>
          <p:nvPr userDrawn="1"/>
        </p:nvSpPr>
        <p:spPr>
          <a:xfrm>
            <a:off x="8545464" y="2547045"/>
            <a:ext cx="331398" cy="331398"/>
          </a:xfrm>
          <a:prstGeom prst="ellipse">
            <a:avLst/>
          </a:prstGeom>
          <a:solidFill>
            <a:schemeClr val="accent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6E4E62A4-EF2B-F67B-A1FB-BF9D855AA755}"/>
              </a:ext>
            </a:extLst>
          </p:cNvPr>
          <p:cNvSpPr/>
          <p:nvPr userDrawn="1"/>
        </p:nvSpPr>
        <p:spPr>
          <a:xfrm>
            <a:off x="7525920" y="5446986"/>
            <a:ext cx="331398" cy="331398"/>
          </a:xfrm>
          <a:prstGeom prst="ellipse">
            <a:avLst/>
          </a:prstGeom>
          <a:solidFill>
            <a:schemeClr val="accent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7" name="Ovale 6">
            <a:extLst>
              <a:ext uri="{FF2B5EF4-FFF2-40B4-BE49-F238E27FC236}">
                <a16:creationId xmlns:a16="http://schemas.microsoft.com/office/drawing/2014/main" id="{03081BAC-E167-0BD1-2CA0-43928549531F}"/>
              </a:ext>
            </a:extLst>
          </p:cNvPr>
          <p:cNvSpPr/>
          <p:nvPr userDrawn="1"/>
        </p:nvSpPr>
        <p:spPr>
          <a:xfrm>
            <a:off x="4334684" y="5446986"/>
            <a:ext cx="331398" cy="331398"/>
          </a:xfrm>
          <a:prstGeom prst="ellipse">
            <a:avLst/>
          </a:prstGeom>
          <a:solidFill>
            <a:schemeClr val="accent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2" name="Ovale 1">
            <a:extLst>
              <a:ext uri="{FF2B5EF4-FFF2-40B4-BE49-F238E27FC236}">
                <a16:creationId xmlns:a16="http://schemas.microsoft.com/office/drawing/2014/main" id="{4BABCC1D-4AC5-F71E-5A82-74BE246D786D}"/>
              </a:ext>
            </a:extLst>
          </p:cNvPr>
          <p:cNvSpPr/>
          <p:nvPr userDrawn="1"/>
        </p:nvSpPr>
        <p:spPr>
          <a:xfrm>
            <a:off x="5930301" y="533239"/>
            <a:ext cx="331398" cy="331398"/>
          </a:xfrm>
          <a:prstGeom prst="ellipse">
            <a:avLst/>
          </a:prstGeom>
          <a:solidFill>
            <a:schemeClr val="accent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11" name="Elemento grafico 10">
            <a:extLst>
              <a:ext uri="{FF2B5EF4-FFF2-40B4-BE49-F238E27FC236}">
                <a16:creationId xmlns:a16="http://schemas.microsoft.com/office/drawing/2014/main" id="{2000A2BF-97FB-08CA-7A1E-CEA088A081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5020" y="243777"/>
            <a:ext cx="11697258" cy="6618096"/>
          </a:xfrm>
          <a:prstGeom prst="rect">
            <a:avLst/>
          </a:prstGeom>
        </p:spPr>
      </p:pic>
      <p:pic>
        <p:nvPicPr>
          <p:cNvPr id="3" name="Elemento grafico 2">
            <a:extLst>
              <a:ext uri="{FF2B5EF4-FFF2-40B4-BE49-F238E27FC236}">
                <a16:creationId xmlns:a16="http://schemas.microsoft.com/office/drawing/2014/main" id="{6E2841BA-9242-5315-853C-B57EADB510F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575903" y="2086837"/>
            <a:ext cx="3040194" cy="268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0439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ING POINT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e 1">
            <a:extLst>
              <a:ext uri="{FF2B5EF4-FFF2-40B4-BE49-F238E27FC236}">
                <a16:creationId xmlns:a16="http://schemas.microsoft.com/office/drawing/2014/main" id="{50F8B4EE-1263-663D-5946-8396C9F70DB5}"/>
              </a:ext>
            </a:extLst>
          </p:cNvPr>
          <p:cNvSpPr/>
          <p:nvPr userDrawn="1"/>
        </p:nvSpPr>
        <p:spPr>
          <a:xfrm>
            <a:off x="3365938" y="698938"/>
            <a:ext cx="5460124" cy="546012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Ovale 3">
            <a:extLst>
              <a:ext uri="{FF2B5EF4-FFF2-40B4-BE49-F238E27FC236}">
                <a16:creationId xmlns:a16="http://schemas.microsoft.com/office/drawing/2014/main" id="{806DF379-A464-CA49-1239-056AD09482ED}"/>
              </a:ext>
            </a:extLst>
          </p:cNvPr>
          <p:cNvSpPr/>
          <p:nvPr userDrawn="1"/>
        </p:nvSpPr>
        <p:spPr>
          <a:xfrm>
            <a:off x="4168984" y="1213545"/>
            <a:ext cx="331398" cy="331398"/>
          </a:xfrm>
          <a:prstGeom prst="ellipse">
            <a:avLst/>
          </a:prstGeom>
          <a:solidFill>
            <a:schemeClr val="accent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5" name="Ovale 4">
            <a:extLst>
              <a:ext uri="{FF2B5EF4-FFF2-40B4-BE49-F238E27FC236}">
                <a16:creationId xmlns:a16="http://schemas.microsoft.com/office/drawing/2014/main" id="{E00EDD1E-5E3E-1940-C8CE-45CB6DC00F82}"/>
              </a:ext>
            </a:extLst>
          </p:cNvPr>
          <p:cNvSpPr/>
          <p:nvPr userDrawn="1"/>
        </p:nvSpPr>
        <p:spPr>
          <a:xfrm>
            <a:off x="7667070" y="1213545"/>
            <a:ext cx="331398" cy="331398"/>
          </a:xfrm>
          <a:prstGeom prst="ellipse">
            <a:avLst/>
          </a:prstGeom>
          <a:solidFill>
            <a:schemeClr val="accent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6E4E62A4-EF2B-F67B-A1FB-BF9D855AA755}"/>
              </a:ext>
            </a:extLst>
          </p:cNvPr>
          <p:cNvSpPr/>
          <p:nvPr userDrawn="1"/>
        </p:nvSpPr>
        <p:spPr>
          <a:xfrm>
            <a:off x="7691618" y="5300783"/>
            <a:ext cx="331398" cy="331398"/>
          </a:xfrm>
          <a:prstGeom prst="ellipse">
            <a:avLst/>
          </a:prstGeom>
          <a:solidFill>
            <a:schemeClr val="accent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7" name="Ovale 6">
            <a:extLst>
              <a:ext uri="{FF2B5EF4-FFF2-40B4-BE49-F238E27FC236}">
                <a16:creationId xmlns:a16="http://schemas.microsoft.com/office/drawing/2014/main" id="{03081BAC-E167-0BD1-2CA0-43928549531F}"/>
              </a:ext>
            </a:extLst>
          </p:cNvPr>
          <p:cNvSpPr/>
          <p:nvPr userDrawn="1"/>
        </p:nvSpPr>
        <p:spPr>
          <a:xfrm>
            <a:off x="4168984" y="5313058"/>
            <a:ext cx="331398" cy="331398"/>
          </a:xfrm>
          <a:prstGeom prst="ellipse">
            <a:avLst/>
          </a:prstGeom>
          <a:solidFill>
            <a:schemeClr val="accent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9" name="Elemento grafico 8">
            <a:extLst>
              <a:ext uri="{FF2B5EF4-FFF2-40B4-BE49-F238E27FC236}">
                <a16:creationId xmlns:a16="http://schemas.microsoft.com/office/drawing/2014/main" id="{3BEE096F-B7D0-8867-1064-2FD7646F7B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5020" y="243777"/>
            <a:ext cx="11697258" cy="6618096"/>
          </a:xfrm>
          <a:prstGeom prst="rect">
            <a:avLst/>
          </a:prstGeom>
        </p:spPr>
      </p:pic>
      <p:pic>
        <p:nvPicPr>
          <p:cNvPr id="8" name="Elemento grafico 7">
            <a:extLst>
              <a:ext uri="{FF2B5EF4-FFF2-40B4-BE49-F238E27FC236}">
                <a16:creationId xmlns:a16="http://schemas.microsoft.com/office/drawing/2014/main" id="{6655C8FE-3B6E-C6F7-7C6F-BEFE2821D99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575903" y="2086837"/>
            <a:ext cx="3040194" cy="268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5692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ING POINT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e 1">
            <a:extLst>
              <a:ext uri="{FF2B5EF4-FFF2-40B4-BE49-F238E27FC236}">
                <a16:creationId xmlns:a16="http://schemas.microsoft.com/office/drawing/2014/main" id="{A7D889C6-5161-09B5-05CC-9321056B6E64}"/>
              </a:ext>
            </a:extLst>
          </p:cNvPr>
          <p:cNvSpPr/>
          <p:nvPr userDrawn="1"/>
        </p:nvSpPr>
        <p:spPr>
          <a:xfrm>
            <a:off x="3365938" y="698938"/>
            <a:ext cx="5460124" cy="546012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Ovale 4">
            <a:extLst>
              <a:ext uri="{FF2B5EF4-FFF2-40B4-BE49-F238E27FC236}">
                <a16:creationId xmlns:a16="http://schemas.microsoft.com/office/drawing/2014/main" id="{E00EDD1E-5E3E-1940-C8CE-45CB6DC00F82}"/>
              </a:ext>
            </a:extLst>
          </p:cNvPr>
          <p:cNvSpPr/>
          <p:nvPr userDrawn="1"/>
        </p:nvSpPr>
        <p:spPr>
          <a:xfrm>
            <a:off x="5930301" y="533239"/>
            <a:ext cx="331398" cy="331398"/>
          </a:xfrm>
          <a:prstGeom prst="ellipse">
            <a:avLst/>
          </a:prstGeom>
          <a:solidFill>
            <a:schemeClr val="accent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6E4E62A4-EF2B-F67B-A1FB-BF9D855AA755}"/>
              </a:ext>
            </a:extLst>
          </p:cNvPr>
          <p:cNvSpPr/>
          <p:nvPr userDrawn="1"/>
        </p:nvSpPr>
        <p:spPr>
          <a:xfrm>
            <a:off x="8304325" y="4501134"/>
            <a:ext cx="331398" cy="331398"/>
          </a:xfrm>
          <a:prstGeom prst="ellipse">
            <a:avLst/>
          </a:prstGeom>
          <a:solidFill>
            <a:schemeClr val="accent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7" name="Ovale 6">
            <a:extLst>
              <a:ext uri="{FF2B5EF4-FFF2-40B4-BE49-F238E27FC236}">
                <a16:creationId xmlns:a16="http://schemas.microsoft.com/office/drawing/2014/main" id="{03081BAC-E167-0BD1-2CA0-43928549531F}"/>
              </a:ext>
            </a:extLst>
          </p:cNvPr>
          <p:cNvSpPr/>
          <p:nvPr userDrawn="1"/>
        </p:nvSpPr>
        <p:spPr>
          <a:xfrm>
            <a:off x="3556277" y="4501134"/>
            <a:ext cx="331398" cy="331398"/>
          </a:xfrm>
          <a:prstGeom prst="ellipse">
            <a:avLst/>
          </a:prstGeom>
          <a:solidFill>
            <a:schemeClr val="accent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8" name="Elemento grafico 7">
            <a:extLst>
              <a:ext uri="{FF2B5EF4-FFF2-40B4-BE49-F238E27FC236}">
                <a16:creationId xmlns:a16="http://schemas.microsoft.com/office/drawing/2014/main" id="{E59463C6-6567-504F-1F37-47EFA59E45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5020" y="243777"/>
            <a:ext cx="11697258" cy="6618096"/>
          </a:xfrm>
          <a:prstGeom prst="rect">
            <a:avLst/>
          </a:prstGeom>
        </p:spPr>
      </p:pic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FA819A95-FE5C-3E27-7399-1A47BF42463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575903" y="2086837"/>
            <a:ext cx="3040194" cy="268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021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ING POIN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e 1">
            <a:extLst>
              <a:ext uri="{FF2B5EF4-FFF2-40B4-BE49-F238E27FC236}">
                <a16:creationId xmlns:a16="http://schemas.microsoft.com/office/drawing/2014/main" id="{F5C868E0-C59D-4CC6-A9F4-DFAFCDABA03F}"/>
              </a:ext>
            </a:extLst>
          </p:cNvPr>
          <p:cNvSpPr/>
          <p:nvPr userDrawn="1"/>
        </p:nvSpPr>
        <p:spPr>
          <a:xfrm>
            <a:off x="3365938" y="698938"/>
            <a:ext cx="5460124" cy="546012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6E4E62A4-EF2B-F67B-A1FB-BF9D855AA755}"/>
              </a:ext>
            </a:extLst>
          </p:cNvPr>
          <p:cNvSpPr/>
          <p:nvPr userDrawn="1"/>
        </p:nvSpPr>
        <p:spPr>
          <a:xfrm>
            <a:off x="8660363" y="3263301"/>
            <a:ext cx="331398" cy="331398"/>
          </a:xfrm>
          <a:prstGeom prst="ellipse">
            <a:avLst/>
          </a:prstGeom>
          <a:solidFill>
            <a:schemeClr val="accent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7" name="Ovale 6">
            <a:extLst>
              <a:ext uri="{FF2B5EF4-FFF2-40B4-BE49-F238E27FC236}">
                <a16:creationId xmlns:a16="http://schemas.microsoft.com/office/drawing/2014/main" id="{03081BAC-E167-0BD1-2CA0-43928549531F}"/>
              </a:ext>
            </a:extLst>
          </p:cNvPr>
          <p:cNvSpPr/>
          <p:nvPr userDrawn="1"/>
        </p:nvSpPr>
        <p:spPr>
          <a:xfrm>
            <a:off x="3200239" y="3263301"/>
            <a:ext cx="331398" cy="331398"/>
          </a:xfrm>
          <a:prstGeom prst="ellipse">
            <a:avLst/>
          </a:prstGeom>
          <a:solidFill>
            <a:schemeClr val="accent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951664DF-88A3-6DE8-1B71-DA46C71057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5020" y="243777"/>
            <a:ext cx="11697258" cy="6618096"/>
          </a:xfrm>
          <a:prstGeom prst="rect">
            <a:avLst/>
          </a:prstGeom>
        </p:spPr>
      </p:pic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8B6AA865-B4C6-15F2-7E85-E004FF7734A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575903" y="2086837"/>
            <a:ext cx="3040194" cy="268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692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Dar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Elemento grafico 16">
            <a:extLst>
              <a:ext uri="{FF2B5EF4-FFF2-40B4-BE49-F238E27FC236}">
                <a16:creationId xmlns:a16="http://schemas.microsoft.com/office/drawing/2014/main" id="{2AAA71FD-F41B-19B9-5E59-3484E4D06B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7616579" y="1985779"/>
            <a:ext cx="6561200" cy="25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16103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lemento grafico 9">
            <a:extLst>
              <a:ext uri="{FF2B5EF4-FFF2-40B4-BE49-F238E27FC236}">
                <a16:creationId xmlns:a16="http://schemas.microsoft.com/office/drawing/2014/main" id="{470B1D59-DE5C-E575-88D6-01E7F7929B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-1985779" y="2282579"/>
            <a:ext cx="6561200" cy="25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71458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1">
    <p:bg>
      <p:bgPr>
        <a:gradFill>
          <a:gsLst>
            <a:gs pos="72000">
              <a:schemeClr val="bg2">
                <a:alpha val="14000"/>
              </a:schemeClr>
            </a:gs>
            <a:gs pos="100000">
              <a:schemeClr val="accent2">
                <a:alpha val="2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87D77685-FA01-BCA8-6F53-F5BD032F17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09492" y="436133"/>
            <a:ext cx="727798" cy="642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9692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_simple_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494E0EA2-3230-99AD-74C2-C3F687572D27}"/>
              </a:ext>
            </a:extLst>
          </p:cNvPr>
          <p:cNvSpPr/>
          <p:nvPr userDrawn="1"/>
        </p:nvSpPr>
        <p:spPr>
          <a:xfrm>
            <a:off x="4202387" y="443891"/>
            <a:ext cx="7547431" cy="3358292"/>
          </a:xfrm>
          <a:prstGeom prst="roundRect">
            <a:avLst/>
          </a:prstGeom>
          <a:solidFill>
            <a:schemeClr val="accent5"/>
          </a:solidFill>
          <a:ln w="254000" cmpd="dbl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 err="1">
                <a:latin typeface="+mj-lt"/>
              </a:rPr>
              <a:t>Insert</a:t>
            </a:r>
            <a:r>
              <a:rPr lang="it-IT" b="1" dirty="0">
                <a:latin typeface="+mj-lt"/>
              </a:rPr>
              <a:t> image </a:t>
            </a:r>
            <a:r>
              <a:rPr lang="it-IT" b="1" dirty="0" err="1">
                <a:latin typeface="+mj-lt"/>
              </a:rPr>
              <a:t>here</a:t>
            </a:r>
            <a:endParaRPr lang="it-IT" b="1" dirty="0">
              <a:latin typeface="+mj-lt"/>
            </a:endParaRP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6EA6C648-0669-EE03-E245-9F8355F3C4A0}"/>
              </a:ext>
            </a:extLst>
          </p:cNvPr>
          <p:cNvSpPr/>
          <p:nvPr userDrawn="1"/>
        </p:nvSpPr>
        <p:spPr>
          <a:xfrm>
            <a:off x="4083112" y="325924"/>
            <a:ext cx="7785981" cy="3594226"/>
          </a:xfrm>
          <a:prstGeom prst="roundRect">
            <a:avLst>
              <a:gd name="adj" fmla="val 18779"/>
            </a:avLst>
          </a:prstGeom>
          <a:noFill/>
          <a:ln w="254000" cmpd="dbl">
            <a:solidFill>
              <a:schemeClr val="accent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5124098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_simple_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EF6EE99B-73E7-641E-87C3-288248A70CD6}"/>
              </a:ext>
            </a:extLst>
          </p:cNvPr>
          <p:cNvSpPr/>
          <p:nvPr userDrawn="1"/>
        </p:nvSpPr>
        <p:spPr>
          <a:xfrm>
            <a:off x="6101348" y="658051"/>
            <a:ext cx="5505884" cy="276701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 err="1">
                <a:latin typeface="+mj-lt"/>
              </a:rPr>
              <a:t>Insert</a:t>
            </a:r>
            <a:r>
              <a:rPr lang="it-IT" b="1" dirty="0">
                <a:latin typeface="+mj-lt"/>
              </a:rPr>
              <a:t> image </a:t>
            </a:r>
            <a:r>
              <a:rPr lang="it-IT" b="1" dirty="0" err="1">
                <a:latin typeface="+mj-lt"/>
              </a:rPr>
              <a:t>here</a:t>
            </a:r>
            <a:endParaRPr lang="it-IT" b="1" dirty="0">
              <a:latin typeface="+mj-lt"/>
            </a:endParaRPr>
          </a:p>
        </p:txBody>
      </p:sp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A90F0B04-FB87-A64D-F502-F09F518AAA7F}"/>
              </a:ext>
            </a:extLst>
          </p:cNvPr>
          <p:cNvSpPr/>
          <p:nvPr userDrawn="1"/>
        </p:nvSpPr>
        <p:spPr>
          <a:xfrm>
            <a:off x="5984341" y="534154"/>
            <a:ext cx="5739898" cy="3014804"/>
          </a:xfrm>
          <a:prstGeom prst="roundRect">
            <a:avLst>
              <a:gd name="adj" fmla="val 18779"/>
            </a:avLst>
          </a:prstGeom>
          <a:noFill/>
          <a:ln w="254000" cmpd="dbl">
            <a:solidFill>
              <a:schemeClr val="accent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4992067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al_1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BC453484-9B19-1A95-C187-401DD6398D60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7707B902-A546-F694-FE4B-5EDCC71851BF}"/>
              </a:ext>
            </a:extLst>
          </p:cNvPr>
          <p:cNvSpPr txBox="1"/>
          <p:nvPr userDrawn="1"/>
        </p:nvSpPr>
        <p:spPr>
          <a:xfrm>
            <a:off x="7105650" y="3105835"/>
            <a:ext cx="4076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spc="0" dirty="0">
                <a:solidFill>
                  <a:schemeClr val="bg1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Image </a:t>
            </a:r>
            <a:r>
              <a:rPr lang="it-IT" sz="2800" spc="0" dirty="0" err="1">
                <a:solidFill>
                  <a:schemeClr val="bg1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here</a:t>
            </a:r>
            <a:endParaRPr lang="it-IT" sz="2800" spc="0" dirty="0">
              <a:solidFill>
                <a:schemeClr val="bg1"/>
              </a:solidFill>
              <a:latin typeface="+mj-lt"/>
              <a:ea typeface="Cornerstone" pitchFamily="2" charset="-128"/>
              <a:cs typeface="Rajdhani Bold" panose="02000000000000000000" pitchFamily="2" charset="0"/>
            </a:endParaRPr>
          </a:p>
        </p:txBody>
      </p:sp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2651AC45-22C0-25D9-D22A-F15007C3CD97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1584" y="757435"/>
            <a:ext cx="4514416" cy="0"/>
          </a:xfrm>
          <a:prstGeom prst="line">
            <a:avLst/>
          </a:prstGeom>
          <a:ln w="76200" cmpd="dbl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Elemento grafico 1">
            <a:extLst>
              <a:ext uri="{FF2B5EF4-FFF2-40B4-BE49-F238E27FC236}">
                <a16:creationId xmlns:a16="http://schemas.microsoft.com/office/drawing/2014/main" id="{592A781C-9F30-C524-17B5-F1080FD5CE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09492" y="436133"/>
            <a:ext cx="727798" cy="642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04125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isual_1R_DAR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BC453484-9B19-1A95-C187-401DD6398D60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7707B902-A546-F694-FE4B-5EDCC71851BF}"/>
              </a:ext>
            </a:extLst>
          </p:cNvPr>
          <p:cNvSpPr txBox="1"/>
          <p:nvPr userDrawn="1"/>
        </p:nvSpPr>
        <p:spPr>
          <a:xfrm>
            <a:off x="7105650" y="3105835"/>
            <a:ext cx="4076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600" spc="0" dirty="0">
                <a:solidFill>
                  <a:schemeClr val="bg1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Image </a:t>
            </a:r>
            <a:r>
              <a:rPr lang="it-IT" sz="3600" spc="0" dirty="0" err="1">
                <a:solidFill>
                  <a:schemeClr val="bg1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here</a:t>
            </a:r>
            <a:endParaRPr lang="it-IT" sz="3600" spc="0" dirty="0">
              <a:solidFill>
                <a:schemeClr val="bg1"/>
              </a:solidFill>
              <a:latin typeface="+mj-lt"/>
              <a:ea typeface="Cornerstone" pitchFamily="2" charset="-128"/>
              <a:cs typeface="Rajdhani Bold" panose="02000000000000000000" pitchFamily="2" charset="0"/>
            </a:endParaRPr>
          </a:p>
        </p:txBody>
      </p:sp>
      <p:cxnSp>
        <p:nvCxnSpPr>
          <p:cNvPr id="2" name="Connettore diritto 1">
            <a:extLst>
              <a:ext uri="{FF2B5EF4-FFF2-40B4-BE49-F238E27FC236}">
                <a16:creationId xmlns:a16="http://schemas.microsoft.com/office/drawing/2014/main" id="{85B06345-2D19-D2AD-20DB-58D47121E48E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1584" y="757435"/>
            <a:ext cx="4514416" cy="0"/>
          </a:xfrm>
          <a:prstGeom prst="line">
            <a:avLst/>
          </a:prstGeom>
          <a:ln w="76200" cmpd="dbl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1111177D-DB61-3C4B-D26C-27444C8FFC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09492" y="436133"/>
            <a:ext cx="727798" cy="642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81479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al_1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10">
            <a:extLst>
              <a:ext uri="{FF2B5EF4-FFF2-40B4-BE49-F238E27FC236}">
                <a16:creationId xmlns:a16="http://schemas.microsoft.com/office/drawing/2014/main" id="{D8F81B27-6399-BF6C-58E4-D7E78C2B1B2C}"/>
              </a:ext>
            </a:extLst>
          </p:cNvPr>
          <p:cNvSpPr/>
          <p:nvPr userDrawn="1"/>
        </p:nvSpPr>
        <p:spPr>
          <a:xfrm>
            <a:off x="7910" y="0"/>
            <a:ext cx="6096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2E078847-3159-5DE8-924A-91254273436B}"/>
              </a:ext>
            </a:extLst>
          </p:cNvPr>
          <p:cNvSpPr txBox="1"/>
          <p:nvPr userDrawn="1"/>
        </p:nvSpPr>
        <p:spPr>
          <a:xfrm>
            <a:off x="1025309" y="3105835"/>
            <a:ext cx="4076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spc="0" dirty="0">
                <a:solidFill>
                  <a:schemeClr val="bg1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Image </a:t>
            </a:r>
            <a:r>
              <a:rPr lang="it-IT" sz="2800" spc="0" dirty="0" err="1">
                <a:solidFill>
                  <a:schemeClr val="bg1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here</a:t>
            </a:r>
            <a:endParaRPr lang="it-IT" sz="2800" spc="0" dirty="0">
              <a:solidFill>
                <a:schemeClr val="bg1"/>
              </a:solidFill>
              <a:latin typeface="+mj-lt"/>
              <a:ea typeface="Cornerstone" pitchFamily="2" charset="-128"/>
              <a:cs typeface="Rajdhani Bold" panose="02000000000000000000" pitchFamily="2" charset="0"/>
            </a:endParaRPr>
          </a:p>
        </p:txBody>
      </p:sp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8842C83B-2C2D-3AC3-D2D5-4734B3C3C1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56996" y="436133"/>
            <a:ext cx="727798" cy="642605"/>
          </a:xfrm>
          <a:prstGeom prst="rect">
            <a:avLst/>
          </a:prstGeom>
        </p:spPr>
      </p:pic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3D681439-2F88-6418-4650-7B82B58ED175}"/>
              </a:ext>
            </a:extLst>
          </p:cNvPr>
          <p:cNvCxnSpPr>
            <a:cxnSpLocks/>
          </p:cNvCxnSpPr>
          <p:nvPr userDrawn="1"/>
        </p:nvCxnSpPr>
        <p:spPr>
          <a:xfrm flipH="1">
            <a:off x="6096000" y="757435"/>
            <a:ext cx="4514416" cy="0"/>
          </a:xfrm>
          <a:prstGeom prst="line">
            <a:avLst/>
          </a:prstGeom>
          <a:ln w="76200" cmpd="dbl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785389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al_1L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8">
            <a:extLst>
              <a:ext uri="{FF2B5EF4-FFF2-40B4-BE49-F238E27FC236}">
                <a16:creationId xmlns:a16="http://schemas.microsoft.com/office/drawing/2014/main" id="{7DDE23E0-143E-2E8E-E77C-828209087047}"/>
              </a:ext>
            </a:extLst>
          </p:cNvPr>
          <p:cNvSpPr/>
          <p:nvPr userDrawn="1"/>
        </p:nvSpPr>
        <p:spPr>
          <a:xfrm>
            <a:off x="0" y="2232"/>
            <a:ext cx="6096000" cy="685576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4A09DDD9-73A9-DA1B-7742-078AFBDEFDB2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8D4D8652-B445-8A9F-9AD2-130DE7FD51FA}"/>
              </a:ext>
            </a:extLst>
          </p:cNvPr>
          <p:cNvSpPr txBox="1"/>
          <p:nvPr userDrawn="1"/>
        </p:nvSpPr>
        <p:spPr>
          <a:xfrm>
            <a:off x="1009650" y="3105835"/>
            <a:ext cx="4076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600" spc="0" dirty="0">
                <a:solidFill>
                  <a:schemeClr val="bg2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Image </a:t>
            </a:r>
            <a:r>
              <a:rPr lang="it-IT" sz="3600" spc="0" dirty="0" err="1">
                <a:solidFill>
                  <a:schemeClr val="bg2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here</a:t>
            </a:r>
            <a:endParaRPr lang="it-IT" sz="3600" spc="0" dirty="0">
              <a:solidFill>
                <a:schemeClr val="bg2"/>
              </a:solidFill>
              <a:latin typeface="+mj-lt"/>
              <a:ea typeface="Cornerstone" pitchFamily="2" charset="-128"/>
              <a:cs typeface="Rajdhani Bold" panose="02000000000000000000" pitchFamily="2" charset="0"/>
            </a:endParaRPr>
          </a:p>
        </p:txBody>
      </p:sp>
      <p:pic>
        <p:nvPicPr>
          <p:cNvPr id="2" name="Elemento grafico 1">
            <a:extLst>
              <a:ext uri="{FF2B5EF4-FFF2-40B4-BE49-F238E27FC236}">
                <a16:creationId xmlns:a16="http://schemas.microsoft.com/office/drawing/2014/main" id="{1C95A591-3293-2585-A369-141B0BE144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56996" y="436133"/>
            <a:ext cx="727798" cy="642605"/>
          </a:xfrm>
          <a:prstGeom prst="rect">
            <a:avLst/>
          </a:prstGeom>
        </p:spPr>
      </p:pic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562CDDDE-F888-4A59-0688-3A7AECDB1BE8}"/>
              </a:ext>
            </a:extLst>
          </p:cNvPr>
          <p:cNvCxnSpPr>
            <a:cxnSpLocks/>
          </p:cNvCxnSpPr>
          <p:nvPr userDrawn="1"/>
        </p:nvCxnSpPr>
        <p:spPr>
          <a:xfrm flipH="1">
            <a:off x="6096000" y="757435"/>
            <a:ext cx="4514416" cy="0"/>
          </a:xfrm>
          <a:prstGeom prst="line">
            <a:avLst/>
          </a:prstGeom>
          <a:ln w="76200" cmpd="dbl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301180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al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10">
            <a:extLst>
              <a:ext uri="{FF2B5EF4-FFF2-40B4-BE49-F238E27FC236}">
                <a16:creationId xmlns:a16="http://schemas.microsoft.com/office/drawing/2014/main" id="{D137B736-D737-A546-EEF9-3D523E0986DF}"/>
              </a:ext>
            </a:extLst>
          </p:cNvPr>
          <p:cNvSpPr/>
          <p:nvPr userDrawn="1"/>
        </p:nvSpPr>
        <p:spPr>
          <a:xfrm>
            <a:off x="812973" y="1258887"/>
            <a:ext cx="4940652" cy="500856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DFB6E357-EB9F-A0CF-0F41-74693CC5087B}"/>
              </a:ext>
            </a:extLst>
          </p:cNvPr>
          <p:cNvSpPr/>
          <p:nvPr userDrawn="1"/>
        </p:nvSpPr>
        <p:spPr>
          <a:xfrm>
            <a:off x="6429376" y="1258887"/>
            <a:ext cx="4940652" cy="500856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48E250D-497D-C6B1-5EFF-7A624383A5EF}"/>
              </a:ext>
            </a:extLst>
          </p:cNvPr>
          <p:cNvSpPr txBox="1"/>
          <p:nvPr userDrawn="1"/>
        </p:nvSpPr>
        <p:spPr>
          <a:xfrm>
            <a:off x="1244949" y="3379538"/>
            <a:ext cx="4076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spc="0" dirty="0">
                <a:solidFill>
                  <a:schemeClr val="bg1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Image </a:t>
            </a:r>
            <a:r>
              <a:rPr lang="it-IT" sz="2400" spc="0" dirty="0" err="1">
                <a:solidFill>
                  <a:schemeClr val="bg1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here</a:t>
            </a:r>
            <a:endParaRPr lang="it-IT" sz="2400" spc="0" dirty="0">
              <a:solidFill>
                <a:schemeClr val="bg1"/>
              </a:solidFill>
              <a:latin typeface="+mj-lt"/>
              <a:ea typeface="Cornerstone" pitchFamily="2" charset="-128"/>
              <a:cs typeface="Rajdhani Bold" panose="02000000000000000000" pitchFamily="2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46CF603C-20AA-9CE0-98DF-3B92E36A4C57}"/>
              </a:ext>
            </a:extLst>
          </p:cNvPr>
          <p:cNvSpPr txBox="1"/>
          <p:nvPr userDrawn="1"/>
        </p:nvSpPr>
        <p:spPr>
          <a:xfrm>
            <a:off x="6861352" y="3379538"/>
            <a:ext cx="4076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spc="0" dirty="0">
                <a:solidFill>
                  <a:schemeClr val="bg1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Image </a:t>
            </a:r>
            <a:r>
              <a:rPr lang="it-IT" sz="2400" spc="0" dirty="0" err="1">
                <a:solidFill>
                  <a:schemeClr val="bg1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here</a:t>
            </a:r>
            <a:endParaRPr lang="it-IT" sz="2400" spc="0" dirty="0">
              <a:solidFill>
                <a:schemeClr val="bg1"/>
              </a:solidFill>
              <a:latin typeface="+mj-lt"/>
              <a:ea typeface="Cornerstone" pitchFamily="2" charset="-128"/>
              <a:cs typeface="Rajdhani Bold" panose="02000000000000000000" pitchFamily="2" charset="0"/>
            </a:endParaRPr>
          </a:p>
        </p:txBody>
      </p:sp>
      <p:pic>
        <p:nvPicPr>
          <p:cNvPr id="8" name="Elemento grafico 7">
            <a:extLst>
              <a:ext uri="{FF2B5EF4-FFF2-40B4-BE49-F238E27FC236}">
                <a16:creationId xmlns:a16="http://schemas.microsoft.com/office/drawing/2014/main" id="{C8A9ABF6-1ED2-14D1-D1F2-EEBA0DA83B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09492" y="436133"/>
            <a:ext cx="727798" cy="642605"/>
          </a:xfrm>
          <a:prstGeom prst="rect">
            <a:avLst/>
          </a:prstGeom>
        </p:spPr>
      </p:pic>
      <p:cxnSp>
        <p:nvCxnSpPr>
          <p:cNvPr id="13" name="Connettore diritto 12">
            <a:extLst>
              <a:ext uri="{FF2B5EF4-FFF2-40B4-BE49-F238E27FC236}">
                <a16:creationId xmlns:a16="http://schemas.microsoft.com/office/drawing/2014/main" id="{22FFCD5B-E499-E30B-F745-FF0DA3903F86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1584" y="757435"/>
            <a:ext cx="10020300" cy="0"/>
          </a:xfrm>
          <a:prstGeom prst="line">
            <a:avLst/>
          </a:prstGeom>
          <a:ln w="76200" cmpd="dbl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240264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isual_2_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BCD19FE2-257B-0101-0D7A-66A8687B79A2}"/>
              </a:ext>
            </a:extLst>
          </p:cNvPr>
          <p:cNvSpPr/>
          <p:nvPr userDrawn="1"/>
        </p:nvSpPr>
        <p:spPr>
          <a:xfrm>
            <a:off x="812973" y="1258888"/>
            <a:ext cx="4940652" cy="427513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E0508E87-EFBE-EC51-5CF5-2FD1A448A464}"/>
              </a:ext>
            </a:extLst>
          </p:cNvPr>
          <p:cNvSpPr/>
          <p:nvPr userDrawn="1"/>
        </p:nvSpPr>
        <p:spPr>
          <a:xfrm>
            <a:off x="6429376" y="1258888"/>
            <a:ext cx="4940652" cy="427513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26386D7D-1293-494D-F186-1B4780EA4EDA}"/>
              </a:ext>
            </a:extLst>
          </p:cNvPr>
          <p:cNvSpPr txBox="1"/>
          <p:nvPr userDrawn="1"/>
        </p:nvSpPr>
        <p:spPr>
          <a:xfrm>
            <a:off x="1610248" y="3198167"/>
            <a:ext cx="33040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spc="0" dirty="0">
                <a:solidFill>
                  <a:schemeClr val="bg1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Image </a:t>
            </a:r>
            <a:r>
              <a:rPr lang="it-IT" sz="2000" spc="0" dirty="0" err="1">
                <a:solidFill>
                  <a:schemeClr val="bg1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here</a:t>
            </a:r>
            <a:endParaRPr lang="it-IT" sz="2000" spc="0" dirty="0">
              <a:solidFill>
                <a:schemeClr val="bg1"/>
              </a:solidFill>
              <a:latin typeface="+mj-lt"/>
              <a:ea typeface="Cornerstone" pitchFamily="2" charset="-128"/>
              <a:cs typeface="Rajdhani Bold" panose="02000000000000000000" pitchFamily="2" charset="0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724E20D9-6960-6D71-962C-174EA8A2D89D}"/>
              </a:ext>
            </a:extLst>
          </p:cNvPr>
          <p:cNvSpPr txBox="1"/>
          <p:nvPr userDrawn="1"/>
        </p:nvSpPr>
        <p:spPr>
          <a:xfrm>
            <a:off x="7226651" y="3198167"/>
            <a:ext cx="33040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spc="0" dirty="0">
                <a:solidFill>
                  <a:schemeClr val="bg1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Image </a:t>
            </a:r>
            <a:r>
              <a:rPr lang="it-IT" sz="2000" spc="0" dirty="0" err="1">
                <a:solidFill>
                  <a:schemeClr val="bg1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here</a:t>
            </a:r>
            <a:endParaRPr lang="it-IT" sz="2000" spc="0" dirty="0">
              <a:solidFill>
                <a:schemeClr val="bg1"/>
              </a:solidFill>
              <a:latin typeface="+mj-lt"/>
              <a:ea typeface="Cornerstone" pitchFamily="2" charset="-128"/>
              <a:cs typeface="Rajdhani Bold" panose="02000000000000000000" pitchFamily="2" charset="0"/>
            </a:endParaRPr>
          </a:p>
        </p:txBody>
      </p:sp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676AF29C-8192-9668-7BD4-F2C59787B7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09492" y="436133"/>
            <a:ext cx="727798" cy="642605"/>
          </a:xfrm>
          <a:prstGeom prst="rect">
            <a:avLst/>
          </a:prstGeom>
        </p:spPr>
      </p:pic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C2DB43CB-2E76-9AB8-D244-64CECBA61BF8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1584" y="757435"/>
            <a:ext cx="10020300" cy="0"/>
          </a:xfrm>
          <a:prstGeom prst="line">
            <a:avLst/>
          </a:prstGeom>
          <a:ln w="76200" cmpd="dbl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517837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al_2_DARK_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CC2EA70-5447-69D4-5F5D-F97218996FAC}"/>
              </a:ext>
            </a:extLst>
          </p:cNvPr>
          <p:cNvSpPr/>
          <p:nvPr userDrawn="1"/>
        </p:nvSpPr>
        <p:spPr>
          <a:xfrm>
            <a:off x="812973" y="1258888"/>
            <a:ext cx="4940652" cy="427513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E4B980BB-B7F4-E5A9-02A1-395922AAC281}"/>
              </a:ext>
            </a:extLst>
          </p:cNvPr>
          <p:cNvSpPr/>
          <p:nvPr userDrawn="1"/>
        </p:nvSpPr>
        <p:spPr>
          <a:xfrm>
            <a:off x="6429376" y="1258888"/>
            <a:ext cx="4940652" cy="427513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B7E439AE-B3D3-C0BD-E895-73DAC983BF5C}"/>
              </a:ext>
            </a:extLst>
          </p:cNvPr>
          <p:cNvSpPr txBox="1"/>
          <p:nvPr userDrawn="1"/>
        </p:nvSpPr>
        <p:spPr>
          <a:xfrm>
            <a:off x="1610248" y="3198167"/>
            <a:ext cx="33040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spc="0" dirty="0">
                <a:solidFill>
                  <a:schemeClr val="bg1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Image </a:t>
            </a:r>
            <a:r>
              <a:rPr lang="it-IT" sz="2000" spc="0" dirty="0" err="1">
                <a:solidFill>
                  <a:schemeClr val="bg1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here</a:t>
            </a:r>
            <a:endParaRPr lang="it-IT" sz="2000" spc="0" dirty="0">
              <a:solidFill>
                <a:schemeClr val="bg1"/>
              </a:solidFill>
              <a:latin typeface="+mj-lt"/>
              <a:ea typeface="Cornerstone" pitchFamily="2" charset="-128"/>
              <a:cs typeface="Rajdhani Bold" panose="02000000000000000000" pitchFamily="2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5DF1B86E-EE22-40A5-00B4-19425DEEA73D}"/>
              </a:ext>
            </a:extLst>
          </p:cNvPr>
          <p:cNvSpPr txBox="1"/>
          <p:nvPr userDrawn="1"/>
        </p:nvSpPr>
        <p:spPr>
          <a:xfrm>
            <a:off x="7226651" y="3198167"/>
            <a:ext cx="33040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spc="0" dirty="0">
                <a:solidFill>
                  <a:schemeClr val="bg1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Image </a:t>
            </a:r>
            <a:r>
              <a:rPr lang="it-IT" sz="2000" spc="0" dirty="0" err="1">
                <a:solidFill>
                  <a:schemeClr val="bg1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here</a:t>
            </a:r>
            <a:endParaRPr lang="it-IT" sz="2000" spc="0" dirty="0">
              <a:solidFill>
                <a:schemeClr val="bg1"/>
              </a:solidFill>
              <a:latin typeface="+mj-lt"/>
              <a:ea typeface="Cornerstone" pitchFamily="2" charset="-128"/>
              <a:cs typeface="Rajdhani Bold" panose="02000000000000000000" pitchFamily="2" charset="0"/>
            </a:endParaRPr>
          </a:p>
        </p:txBody>
      </p:sp>
      <p:pic>
        <p:nvPicPr>
          <p:cNvPr id="10" name="Elemento grafico 9">
            <a:extLst>
              <a:ext uri="{FF2B5EF4-FFF2-40B4-BE49-F238E27FC236}">
                <a16:creationId xmlns:a16="http://schemas.microsoft.com/office/drawing/2014/main" id="{5BFB2045-B50C-82F4-F3A6-121C7F2826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09492" y="436133"/>
            <a:ext cx="727798" cy="642605"/>
          </a:xfrm>
          <a:prstGeom prst="rect">
            <a:avLst/>
          </a:prstGeom>
        </p:spPr>
      </p:pic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C5509EBE-D3D3-837C-429F-E53374D409DF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1584" y="757435"/>
            <a:ext cx="10020300" cy="0"/>
          </a:xfrm>
          <a:prstGeom prst="line">
            <a:avLst/>
          </a:prstGeom>
          <a:ln w="76200" cmpd="dbl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73132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IZ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A767F2B9-B6B4-5A63-99FA-23AACCC01ABA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2D30AA4D-15BC-335E-A2BC-BD7D238F80D0}"/>
              </a:ext>
            </a:extLst>
          </p:cNvPr>
          <p:cNvSpPr txBox="1"/>
          <p:nvPr userDrawn="1"/>
        </p:nvSpPr>
        <p:spPr>
          <a:xfrm>
            <a:off x="4443968" y="3136612"/>
            <a:ext cx="33040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spc="0" dirty="0">
                <a:solidFill>
                  <a:schemeClr val="bg1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Image </a:t>
            </a:r>
            <a:r>
              <a:rPr lang="it-IT" sz="3200" spc="0" dirty="0" err="1">
                <a:solidFill>
                  <a:schemeClr val="bg1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here</a:t>
            </a:r>
            <a:endParaRPr lang="it-IT" sz="3200" spc="0" dirty="0">
              <a:solidFill>
                <a:schemeClr val="bg1"/>
              </a:solidFill>
              <a:latin typeface="+mj-lt"/>
              <a:ea typeface="Cornerstone" pitchFamily="2" charset="-128"/>
              <a:cs typeface="Rajdhani Bol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961592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IZE IMAGE_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A767F2B9-B6B4-5A63-99FA-23AACCC01ABA}"/>
              </a:ext>
            </a:extLst>
          </p:cNvPr>
          <p:cNvSpPr/>
          <p:nvPr userDrawn="1"/>
        </p:nvSpPr>
        <p:spPr>
          <a:xfrm>
            <a:off x="0" y="0"/>
            <a:ext cx="12191999" cy="5953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C6FD6AD-C84A-8262-5DF2-6F4AB7698A4C}"/>
              </a:ext>
            </a:extLst>
          </p:cNvPr>
          <p:cNvSpPr txBox="1"/>
          <p:nvPr userDrawn="1"/>
        </p:nvSpPr>
        <p:spPr>
          <a:xfrm>
            <a:off x="4443968" y="2684174"/>
            <a:ext cx="33040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spc="0" dirty="0">
                <a:solidFill>
                  <a:schemeClr val="bg1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Image </a:t>
            </a:r>
            <a:r>
              <a:rPr lang="it-IT" sz="3200" spc="0" dirty="0" err="1">
                <a:solidFill>
                  <a:schemeClr val="bg1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here</a:t>
            </a:r>
            <a:endParaRPr lang="it-IT" sz="3200" spc="0" dirty="0">
              <a:solidFill>
                <a:schemeClr val="bg1"/>
              </a:solidFill>
              <a:latin typeface="+mj-lt"/>
              <a:ea typeface="Cornerstone" pitchFamily="2" charset="-128"/>
              <a:cs typeface="Rajdhani Bol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5633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-YOU_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lemento grafico 9">
            <a:extLst>
              <a:ext uri="{FF2B5EF4-FFF2-40B4-BE49-F238E27FC236}">
                <a16:creationId xmlns:a16="http://schemas.microsoft.com/office/drawing/2014/main" id="{2A433801-10C8-D9BA-ADF6-A9CDD54A39F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554028" y="6318528"/>
            <a:ext cx="1083944" cy="22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015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2246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93" r:id="rId2"/>
    <p:sldLayoutId id="2147483660" r:id="rId3"/>
    <p:sldLayoutId id="2147483691" r:id="rId4"/>
    <p:sldLayoutId id="2147483680" r:id="rId5"/>
    <p:sldLayoutId id="2147483649" r:id="rId6"/>
    <p:sldLayoutId id="2147483697" r:id="rId7"/>
    <p:sldLayoutId id="2147483682" r:id="rId8"/>
    <p:sldLayoutId id="2147483681" r:id="rId9"/>
    <p:sldLayoutId id="2147483695" r:id="rId10"/>
    <p:sldLayoutId id="2147483694" r:id="rId11"/>
    <p:sldLayoutId id="2147483696" r:id="rId12"/>
    <p:sldLayoutId id="2147483701" r:id="rId13"/>
    <p:sldLayoutId id="2147483684" r:id="rId14"/>
    <p:sldLayoutId id="2147483685" r:id="rId15"/>
    <p:sldLayoutId id="2147483650" r:id="rId16"/>
    <p:sldLayoutId id="2147483686" r:id="rId17"/>
    <p:sldLayoutId id="2147483651" r:id="rId18"/>
    <p:sldLayoutId id="2147483687" r:id="rId19"/>
    <p:sldLayoutId id="2147483652" r:id="rId20"/>
    <p:sldLayoutId id="2147483674" r:id="rId21"/>
    <p:sldLayoutId id="2147483700" r:id="rId22"/>
    <p:sldLayoutId id="2147483675" r:id="rId23"/>
    <p:sldLayoutId id="2147483688" r:id="rId24"/>
    <p:sldLayoutId id="2147483689" r:id="rId25"/>
    <p:sldLayoutId id="2147483658" r:id="rId26"/>
    <p:sldLayoutId id="2147483659" r:id="rId27"/>
    <p:sldLayoutId id="2147483653" r:id="rId28"/>
    <p:sldLayoutId id="2147483654" r:id="rId29"/>
    <p:sldLayoutId id="2147483655" r:id="rId30"/>
    <p:sldLayoutId id="2147483656" r:id="rId31"/>
    <p:sldLayoutId id="2147483657" r:id="rId32"/>
    <p:sldLayoutId id="2147483661" r:id="rId33"/>
    <p:sldLayoutId id="2147483664" r:id="rId34"/>
    <p:sldLayoutId id="2147483676" r:id="rId35"/>
    <p:sldLayoutId id="2147483662" r:id="rId36"/>
    <p:sldLayoutId id="2147483699" r:id="rId37"/>
    <p:sldLayoutId id="2147483663" r:id="rId38"/>
    <p:sldLayoutId id="2147483665" r:id="rId39"/>
    <p:sldLayoutId id="2147483666" r:id="rId40"/>
    <p:sldLayoutId id="2147483669" r:id="rId41"/>
    <p:sldLayoutId id="2147483667" r:id="rId42"/>
    <p:sldLayoutId id="2147483670" r:id="rId43"/>
    <p:sldLayoutId id="2147483671" r:id="rId44"/>
    <p:sldLayoutId id="2147483690" r:id="rId4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11AE7-0D8F-0C68-68B1-8CFDA999A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DEE1783F-C57E-C1BE-7EDF-B825CE8ABEDC}"/>
              </a:ext>
            </a:extLst>
          </p:cNvPr>
          <p:cNvSpPr txBox="1"/>
          <p:nvPr/>
        </p:nvSpPr>
        <p:spPr>
          <a:xfrm>
            <a:off x="1549400" y="2828835"/>
            <a:ext cx="9093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accent4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Title </a:t>
            </a:r>
            <a:r>
              <a:rPr lang="en-US" sz="7200" b="1" dirty="0" err="1">
                <a:solidFill>
                  <a:schemeClr val="accent4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title</a:t>
            </a:r>
            <a:r>
              <a:rPr lang="en-US" sz="7200" b="1" dirty="0">
                <a:solidFill>
                  <a:schemeClr val="accent4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 </a:t>
            </a:r>
            <a:r>
              <a:rPr lang="en-US" sz="7200" b="1" dirty="0" err="1">
                <a:solidFill>
                  <a:schemeClr val="accent4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title</a:t>
            </a:r>
            <a:endParaRPr lang="en-US" sz="7200" b="1" dirty="0">
              <a:solidFill>
                <a:schemeClr val="accent4"/>
              </a:solidFill>
              <a:latin typeface="+mj-lt"/>
              <a:ea typeface="Cornerstone" pitchFamily="2" charset="-128"/>
              <a:cs typeface="Rajdhani Bol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8120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8E0A8-C03F-BBB3-2A76-58528F2EB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7EA50B15-512E-9DEF-A34D-DC53EA992635}"/>
              </a:ext>
            </a:extLst>
          </p:cNvPr>
          <p:cNvSpPr txBox="1"/>
          <p:nvPr/>
        </p:nvSpPr>
        <p:spPr>
          <a:xfrm>
            <a:off x="1549400" y="2828835"/>
            <a:ext cx="9093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rgbClr val="FFFFFF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Title </a:t>
            </a:r>
            <a:r>
              <a:rPr lang="en-US" sz="7200" b="1" dirty="0" err="1">
                <a:solidFill>
                  <a:srgbClr val="FFFFFF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title</a:t>
            </a:r>
            <a:r>
              <a:rPr lang="en-US" sz="7200" b="1" dirty="0">
                <a:solidFill>
                  <a:srgbClr val="FFFFFF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 </a:t>
            </a:r>
            <a:r>
              <a:rPr lang="en-US" sz="7200" b="1" dirty="0" err="1">
                <a:solidFill>
                  <a:srgbClr val="FFFFFF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title</a:t>
            </a:r>
            <a:endParaRPr lang="en-US" sz="7200" b="1" dirty="0">
              <a:solidFill>
                <a:srgbClr val="FFFFFF"/>
              </a:solidFill>
              <a:latin typeface="+mj-lt"/>
              <a:ea typeface="Cornerstone" pitchFamily="2" charset="-128"/>
              <a:cs typeface="Rajdhani Bol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9480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85923A6B-4D3E-3FBF-A09D-6A0E9B9357B6}"/>
              </a:ext>
            </a:extLst>
          </p:cNvPr>
          <p:cNvSpPr txBox="1"/>
          <p:nvPr/>
        </p:nvSpPr>
        <p:spPr>
          <a:xfrm>
            <a:off x="1549400" y="2828835"/>
            <a:ext cx="9093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latin typeface="+mj-lt"/>
                <a:ea typeface="Cornerstone" pitchFamily="2" charset="-128"/>
                <a:cs typeface="Rajdhani Bold" panose="02000000000000000000" pitchFamily="2" charset="0"/>
              </a:rPr>
              <a:t>Title </a:t>
            </a:r>
            <a:r>
              <a:rPr lang="en-US" sz="7200" b="1" dirty="0" err="1">
                <a:latin typeface="+mj-lt"/>
                <a:ea typeface="Cornerstone" pitchFamily="2" charset="-128"/>
                <a:cs typeface="Rajdhani Bold" panose="02000000000000000000" pitchFamily="2" charset="0"/>
              </a:rPr>
              <a:t>title</a:t>
            </a:r>
            <a:r>
              <a:rPr lang="en-US" sz="7200" b="1" dirty="0">
                <a:latin typeface="+mj-lt"/>
                <a:ea typeface="Cornerstone" pitchFamily="2" charset="-128"/>
                <a:cs typeface="Rajdhani Bold" panose="02000000000000000000" pitchFamily="2" charset="0"/>
              </a:rPr>
              <a:t> </a:t>
            </a:r>
            <a:r>
              <a:rPr lang="en-US" sz="7200" b="1" dirty="0" err="1">
                <a:latin typeface="+mj-lt"/>
                <a:ea typeface="Cornerstone" pitchFamily="2" charset="-128"/>
                <a:cs typeface="Rajdhani Bold" panose="02000000000000000000" pitchFamily="2" charset="0"/>
              </a:rPr>
              <a:t>title</a:t>
            </a:r>
            <a:endParaRPr lang="en-US" sz="7200" b="1" dirty="0">
              <a:latin typeface="+mj-lt"/>
              <a:ea typeface="Cornerstone" pitchFamily="2" charset="-128"/>
              <a:cs typeface="Rajdhani Bol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026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6ADD4-B2C9-815A-DC37-9D378D8C0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2E3695A3-BCF6-6158-3C0E-4D1D335DE333}"/>
              </a:ext>
            </a:extLst>
          </p:cNvPr>
          <p:cNvSpPr txBox="1"/>
          <p:nvPr/>
        </p:nvSpPr>
        <p:spPr>
          <a:xfrm>
            <a:off x="1549400" y="2828835"/>
            <a:ext cx="9093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>
                <a:solidFill>
                  <a:srgbClr val="FFFFFF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Title </a:t>
            </a:r>
            <a:r>
              <a:rPr lang="en-US" sz="7200" b="1" dirty="0" err="1">
                <a:solidFill>
                  <a:srgbClr val="FFFFFF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title</a:t>
            </a:r>
            <a:r>
              <a:rPr lang="en-US" sz="7200" b="1" dirty="0">
                <a:solidFill>
                  <a:srgbClr val="FFFFFF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 </a:t>
            </a:r>
            <a:r>
              <a:rPr lang="en-US" sz="7200" b="1" dirty="0" err="1">
                <a:solidFill>
                  <a:srgbClr val="FFFFFF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title</a:t>
            </a:r>
            <a:endParaRPr lang="en-US" sz="7200" b="1" dirty="0">
              <a:solidFill>
                <a:srgbClr val="FFFFFF"/>
              </a:solidFill>
              <a:latin typeface="+mj-lt"/>
              <a:ea typeface="Cornerstone" pitchFamily="2" charset="-128"/>
              <a:cs typeface="Rajdhani Bol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7896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30CAB116-E0DF-50A9-94C6-6F6F3B890D1F}"/>
              </a:ext>
            </a:extLst>
          </p:cNvPr>
          <p:cNvSpPr txBox="1"/>
          <p:nvPr/>
        </p:nvSpPr>
        <p:spPr>
          <a:xfrm>
            <a:off x="589644" y="2153900"/>
            <a:ext cx="1054600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accent3"/>
                </a:solidFill>
                <a:latin typeface="+mj-lt"/>
              </a:rPr>
              <a:t>Insert title</a:t>
            </a:r>
          </a:p>
          <a:p>
            <a:pPr algn="ctr"/>
            <a:r>
              <a:rPr lang="en-US" sz="7200" b="1" dirty="0">
                <a:solidFill>
                  <a:schemeClr val="accent3"/>
                </a:solidFill>
                <a:latin typeface="+mj-lt"/>
              </a:rPr>
              <a:t>Here and here</a:t>
            </a:r>
          </a:p>
        </p:txBody>
      </p:sp>
    </p:spTree>
    <p:extLst>
      <p:ext uri="{BB962C8B-B14F-4D97-AF65-F5344CB8AC3E}">
        <p14:creationId xmlns:p14="http://schemas.microsoft.com/office/powerpoint/2010/main" val="3427560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8E0C1-A174-D94E-7BFE-B94325175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5FA1C562-233D-E757-5903-2D88E8A0ECD8}"/>
              </a:ext>
            </a:extLst>
          </p:cNvPr>
          <p:cNvSpPr txBox="1"/>
          <p:nvPr/>
        </p:nvSpPr>
        <p:spPr>
          <a:xfrm>
            <a:off x="443373" y="4325600"/>
            <a:ext cx="113052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chemeClr val="accent1"/>
                </a:solidFill>
                <a:latin typeface="+mj-lt"/>
              </a:rPr>
              <a:t>Insert title here</a:t>
            </a:r>
          </a:p>
        </p:txBody>
      </p:sp>
    </p:spTree>
    <p:extLst>
      <p:ext uri="{BB962C8B-B14F-4D97-AF65-F5344CB8AC3E}">
        <p14:creationId xmlns:p14="http://schemas.microsoft.com/office/powerpoint/2010/main" val="3239864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E79F1-915F-1E41-5748-819577044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239887B4-47FA-6045-8A28-745D21BFCF3B}"/>
              </a:ext>
            </a:extLst>
          </p:cNvPr>
          <p:cNvSpPr txBox="1"/>
          <p:nvPr/>
        </p:nvSpPr>
        <p:spPr>
          <a:xfrm>
            <a:off x="647699" y="243569"/>
            <a:ext cx="838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chemeClr val="accent3"/>
                </a:solidFill>
                <a:latin typeface="+mj-lt"/>
              </a:rPr>
              <a:t>Title example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82CD19E1-BA06-01AC-9D9D-320E8A8C1FD6}"/>
              </a:ext>
            </a:extLst>
          </p:cNvPr>
          <p:cNvSpPr txBox="1"/>
          <p:nvPr/>
        </p:nvSpPr>
        <p:spPr>
          <a:xfrm>
            <a:off x="647699" y="1763212"/>
            <a:ext cx="5448301" cy="3943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</a:rPr>
              <a:t>Lorem ipsum dolor sit </a:t>
            </a:r>
            <a:r>
              <a:rPr lang="en-US" sz="1400" dirty="0" err="1">
                <a:solidFill>
                  <a:schemeClr val="bg1"/>
                </a:solidFill>
              </a:rPr>
              <a:t>amet</a:t>
            </a:r>
            <a:r>
              <a:rPr lang="en-US" sz="1400" dirty="0">
                <a:solidFill>
                  <a:schemeClr val="bg1"/>
                </a:solidFill>
              </a:rPr>
              <a:t>, </a:t>
            </a:r>
            <a:r>
              <a:rPr lang="en-US" sz="1400" dirty="0" err="1">
                <a:solidFill>
                  <a:schemeClr val="bg1"/>
                </a:solidFill>
              </a:rPr>
              <a:t>consectetuer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adipiscing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elit</a:t>
            </a:r>
            <a:r>
              <a:rPr lang="en-US" sz="1400" dirty="0">
                <a:solidFill>
                  <a:schemeClr val="bg1"/>
                </a:solidFill>
              </a:rPr>
              <a:t>, sed diam </a:t>
            </a:r>
            <a:r>
              <a:rPr lang="en-US" sz="1400" dirty="0" err="1">
                <a:solidFill>
                  <a:schemeClr val="bg1"/>
                </a:solidFill>
              </a:rPr>
              <a:t>nonummy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nibh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euismod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tincidunt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ut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laoreet</a:t>
            </a:r>
            <a:r>
              <a:rPr lang="en-US" sz="1400" dirty="0">
                <a:solidFill>
                  <a:schemeClr val="bg1"/>
                </a:solidFill>
              </a:rPr>
              <a:t> dolore magna </a:t>
            </a:r>
            <a:r>
              <a:rPr lang="en-US" sz="1400" dirty="0" err="1">
                <a:solidFill>
                  <a:schemeClr val="bg1"/>
                </a:solidFill>
              </a:rPr>
              <a:t>aliquam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erat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volutpat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endParaRPr lang="en-US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</a:rPr>
              <a:t>Ut </a:t>
            </a:r>
            <a:r>
              <a:rPr lang="en-US" sz="1400" dirty="0" err="1">
                <a:solidFill>
                  <a:schemeClr val="bg1"/>
                </a:solidFill>
              </a:rPr>
              <a:t>wisi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enim</a:t>
            </a:r>
            <a:r>
              <a:rPr lang="en-US" sz="1400" dirty="0">
                <a:solidFill>
                  <a:schemeClr val="bg1"/>
                </a:solidFill>
              </a:rPr>
              <a:t> ad minim </a:t>
            </a:r>
            <a:r>
              <a:rPr lang="en-US" sz="1400" dirty="0" err="1">
                <a:solidFill>
                  <a:schemeClr val="bg1"/>
                </a:solidFill>
              </a:rPr>
              <a:t>veniam</a:t>
            </a:r>
            <a:r>
              <a:rPr lang="en-US" sz="1400" dirty="0">
                <a:solidFill>
                  <a:schemeClr val="bg1"/>
                </a:solidFill>
              </a:rPr>
              <a:t>, </a:t>
            </a:r>
            <a:r>
              <a:rPr lang="en-US" sz="1400" b="1" dirty="0" err="1">
                <a:solidFill>
                  <a:schemeClr val="accent3"/>
                </a:solidFill>
              </a:rPr>
              <a:t>quis</a:t>
            </a:r>
            <a:r>
              <a:rPr lang="en-US" sz="1400" b="1" dirty="0">
                <a:solidFill>
                  <a:schemeClr val="accent3"/>
                </a:solidFill>
              </a:rPr>
              <a:t> </a:t>
            </a:r>
            <a:r>
              <a:rPr lang="en-US" sz="1400" b="1" dirty="0" err="1">
                <a:solidFill>
                  <a:schemeClr val="accent3"/>
                </a:solidFill>
              </a:rPr>
              <a:t>nostrud</a:t>
            </a:r>
            <a:r>
              <a:rPr lang="en-US" sz="1400" b="1" dirty="0">
                <a:solidFill>
                  <a:schemeClr val="accent3"/>
                </a:solidFill>
              </a:rPr>
              <a:t> </a:t>
            </a:r>
            <a:r>
              <a:rPr lang="en-US" sz="1400" b="1" dirty="0" err="1">
                <a:solidFill>
                  <a:schemeClr val="accent3"/>
                </a:solidFill>
              </a:rPr>
              <a:t>exerci</a:t>
            </a:r>
            <a:r>
              <a:rPr lang="en-US" sz="1400" b="1" dirty="0">
                <a:solidFill>
                  <a:schemeClr val="accent3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tation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ullamcorper</a:t>
            </a:r>
            <a:r>
              <a:rPr lang="en-US" sz="1400" dirty="0">
                <a:solidFill>
                  <a:schemeClr val="bg1"/>
                </a:solidFill>
              </a:rPr>
              <a:t> sus </a:t>
            </a:r>
            <a:r>
              <a:rPr lang="en-US" sz="1400" dirty="0" err="1">
                <a:solidFill>
                  <a:schemeClr val="bg1"/>
                </a:solidFill>
              </a:rPr>
              <a:t>cipit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lobortis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nisl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ut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aliquip</a:t>
            </a:r>
            <a:r>
              <a:rPr lang="en-US" sz="1400" dirty="0">
                <a:solidFill>
                  <a:schemeClr val="bg1"/>
                </a:solidFill>
              </a:rPr>
              <a:t> ex </a:t>
            </a:r>
            <a:r>
              <a:rPr lang="en-US" sz="1400" dirty="0" err="1">
                <a:solidFill>
                  <a:schemeClr val="bg1"/>
                </a:solidFill>
              </a:rPr>
              <a:t>ea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commodo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consequat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Duis autem vel </a:t>
            </a:r>
            <a:r>
              <a:rPr lang="en-US" sz="1400" dirty="0" err="1">
                <a:solidFill>
                  <a:schemeClr val="bg1"/>
                </a:solidFill>
              </a:rPr>
              <a:t>eum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iriure</a:t>
            </a:r>
            <a:r>
              <a:rPr lang="en-US" sz="1400" dirty="0">
                <a:solidFill>
                  <a:schemeClr val="bg1"/>
                </a:solidFill>
              </a:rPr>
              <a:t> dolor in </a:t>
            </a:r>
            <a:r>
              <a:rPr lang="en-US" sz="1400" dirty="0" err="1">
                <a:solidFill>
                  <a:schemeClr val="bg1"/>
                </a:solidFill>
              </a:rPr>
              <a:t>hendrerit</a:t>
            </a:r>
            <a:r>
              <a:rPr lang="en-US" sz="1400" dirty="0">
                <a:solidFill>
                  <a:schemeClr val="bg1"/>
                </a:solidFill>
              </a:rPr>
              <a:t> in </a:t>
            </a:r>
            <a:r>
              <a:rPr lang="en-US" sz="1400" dirty="0" err="1">
                <a:solidFill>
                  <a:schemeClr val="bg1"/>
                </a:solidFill>
              </a:rPr>
              <a:t>vulputate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velit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esse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mo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lestie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consequat</a:t>
            </a:r>
            <a:r>
              <a:rPr lang="en-US" sz="1400" dirty="0">
                <a:solidFill>
                  <a:schemeClr val="bg1"/>
                </a:solidFill>
              </a:rPr>
              <a:t>, vel illum dolore </a:t>
            </a:r>
            <a:r>
              <a:rPr lang="en-US" sz="1400" dirty="0" err="1">
                <a:solidFill>
                  <a:schemeClr val="bg1"/>
                </a:solidFill>
              </a:rPr>
              <a:t>eu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feugiat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nulla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facilisis</a:t>
            </a:r>
            <a:r>
              <a:rPr lang="en-US" sz="1400" dirty="0">
                <a:solidFill>
                  <a:schemeClr val="bg1"/>
                </a:solidFill>
              </a:rPr>
              <a:t> at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vero</a:t>
            </a:r>
            <a:r>
              <a:rPr lang="en-US" sz="1400" dirty="0">
                <a:solidFill>
                  <a:schemeClr val="bg1"/>
                </a:solidFill>
              </a:rPr>
              <a:t> eros et </a:t>
            </a:r>
            <a:r>
              <a:rPr lang="en-US" sz="1400" dirty="0" err="1">
                <a:solidFill>
                  <a:schemeClr val="bg1"/>
                </a:solidFill>
              </a:rPr>
              <a:t>accumsan</a:t>
            </a:r>
            <a:r>
              <a:rPr lang="en-US" sz="1400" dirty="0">
                <a:solidFill>
                  <a:schemeClr val="bg1"/>
                </a:solidFill>
              </a:rPr>
              <a:t> et </a:t>
            </a:r>
            <a:r>
              <a:rPr lang="en-US" sz="1400" dirty="0" err="1">
                <a:solidFill>
                  <a:schemeClr val="bg1"/>
                </a:solidFill>
              </a:rPr>
              <a:t>iusto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odio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dignissim</a:t>
            </a:r>
            <a:r>
              <a:rPr lang="en-US" sz="1400" dirty="0">
                <a:solidFill>
                  <a:schemeClr val="bg1"/>
                </a:solidFill>
              </a:rPr>
              <a:t> qui </a:t>
            </a:r>
            <a:r>
              <a:rPr lang="en-US" sz="1400" dirty="0" err="1">
                <a:solidFill>
                  <a:schemeClr val="bg1"/>
                </a:solidFill>
              </a:rPr>
              <a:t>blandit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praesent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luptatum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zzril</a:t>
            </a:r>
            <a:r>
              <a:rPr lang="en-US" sz="1400" dirty="0">
                <a:solidFill>
                  <a:schemeClr val="bg1"/>
                </a:solidFill>
              </a:rPr>
              <a:t> dele nit </a:t>
            </a:r>
            <a:r>
              <a:rPr lang="en-US" sz="1400" dirty="0" err="1">
                <a:solidFill>
                  <a:schemeClr val="bg1"/>
                </a:solidFill>
              </a:rPr>
              <a:t>augue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duis</a:t>
            </a:r>
            <a:r>
              <a:rPr lang="en-US" sz="1400" dirty="0">
                <a:solidFill>
                  <a:schemeClr val="bg1"/>
                </a:solidFill>
              </a:rPr>
              <a:t> dolore </a:t>
            </a:r>
            <a:r>
              <a:rPr lang="en-US" sz="1400" dirty="0" err="1">
                <a:solidFill>
                  <a:schemeClr val="bg1"/>
                </a:solidFill>
              </a:rPr>
              <a:t>te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feugait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nulla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facilisi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19085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30CAB116-E0DF-50A9-94C6-6F6F3B890D1F}"/>
              </a:ext>
            </a:extLst>
          </p:cNvPr>
          <p:cNvSpPr txBox="1"/>
          <p:nvPr/>
        </p:nvSpPr>
        <p:spPr>
          <a:xfrm>
            <a:off x="3013982" y="2479410"/>
            <a:ext cx="61640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>
                <a:solidFill>
                  <a:schemeClr val="tx2"/>
                </a:solidFill>
                <a:latin typeface="+mj-lt"/>
              </a:rPr>
              <a:t>Insert title</a:t>
            </a:r>
          </a:p>
          <a:p>
            <a:pPr algn="ctr"/>
            <a:r>
              <a:rPr lang="en-US" sz="5400" dirty="0">
                <a:solidFill>
                  <a:schemeClr val="tx2"/>
                </a:solidFill>
                <a:latin typeface="+mj-lt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549514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30CAB116-E0DF-50A9-94C6-6F6F3B890D1F}"/>
              </a:ext>
            </a:extLst>
          </p:cNvPr>
          <p:cNvSpPr txBox="1"/>
          <p:nvPr/>
        </p:nvSpPr>
        <p:spPr>
          <a:xfrm>
            <a:off x="291662" y="1119305"/>
            <a:ext cx="79107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7200" b="1" dirty="0" err="1">
                <a:solidFill>
                  <a:srgbClr val="001A2E"/>
                </a:solidFill>
                <a:latin typeface="+mj-lt"/>
              </a:rPr>
              <a:t>Insert</a:t>
            </a:r>
            <a:r>
              <a:rPr lang="it-IT" sz="7200" b="1" dirty="0">
                <a:solidFill>
                  <a:srgbClr val="001A2E"/>
                </a:solidFill>
                <a:latin typeface="+mj-lt"/>
              </a:rPr>
              <a:t> </a:t>
            </a:r>
            <a:r>
              <a:rPr lang="it-IT" sz="7200" b="1" dirty="0" err="1">
                <a:solidFill>
                  <a:srgbClr val="001A2E"/>
                </a:solidFill>
                <a:latin typeface="+mj-lt"/>
              </a:rPr>
              <a:t>title</a:t>
            </a:r>
            <a:r>
              <a:rPr lang="it-IT" sz="7200" b="1" dirty="0">
                <a:solidFill>
                  <a:srgbClr val="001A2E"/>
                </a:solidFill>
                <a:latin typeface="+mj-lt"/>
              </a:rPr>
              <a:t> </a:t>
            </a:r>
            <a:r>
              <a:rPr lang="it-IT" sz="7200" b="1" dirty="0" err="1">
                <a:solidFill>
                  <a:srgbClr val="001A2E"/>
                </a:solidFill>
                <a:latin typeface="+mj-lt"/>
              </a:rPr>
              <a:t>here</a:t>
            </a:r>
            <a:endParaRPr lang="it-IT" sz="7200" b="1" dirty="0">
              <a:solidFill>
                <a:srgbClr val="001A2E"/>
              </a:solidFill>
              <a:latin typeface="+mj-lt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32C58FA7-F319-DCCD-1890-AFA50BA741C2}"/>
              </a:ext>
            </a:extLst>
          </p:cNvPr>
          <p:cNvSpPr txBox="1"/>
          <p:nvPr/>
        </p:nvSpPr>
        <p:spPr>
          <a:xfrm>
            <a:off x="9551406" y="2615883"/>
            <a:ext cx="232674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sz="3200" dirty="0">
                <a:solidFill>
                  <a:srgbClr val="FFFFFF"/>
                </a:solidFill>
                <a:latin typeface="+mj-lt"/>
              </a:rPr>
              <a:t>Name</a:t>
            </a:r>
          </a:p>
          <a:p>
            <a:pPr algn="l"/>
            <a:r>
              <a:rPr lang="it-IT" sz="3200" dirty="0" err="1">
                <a:solidFill>
                  <a:srgbClr val="FFFFFF"/>
                </a:solidFill>
                <a:latin typeface="+mj-lt"/>
              </a:rPr>
              <a:t>Surname</a:t>
            </a:r>
            <a:endParaRPr lang="it-IT" sz="32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32C58FA7-F319-DCCD-1890-AFA50BA741C2}"/>
              </a:ext>
            </a:extLst>
          </p:cNvPr>
          <p:cNvSpPr txBox="1"/>
          <p:nvPr/>
        </p:nvSpPr>
        <p:spPr>
          <a:xfrm>
            <a:off x="9580647" y="3693101"/>
            <a:ext cx="2369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sz="1400" dirty="0" err="1">
                <a:solidFill>
                  <a:srgbClr val="FFFFFF"/>
                </a:solidFill>
                <a:latin typeface="+mn-lt"/>
              </a:rPr>
              <a:t>Profession</a:t>
            </a:r>
            <a:r>
              <a:rPr lang="it-IT" sz="1400" dirty="0">
                <a:solidFill>
                  <a:srgbClr val="FFFFFF"/>
                </a:solidFill>
                <a:latin typeface="+mn-lt"/>
              </a:rPr>
              <a:t>/Study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215ED21-D2FB-E3EC-333B-C797C8422864}"/>
              </a:ext>
            </a:extLst>
          </p:cNvPr>
          <p:cNvSpPr txBox="1"/>
          <p:nvPr/>
        </p:nvSpPr>
        <p:spPr>
          <a:xfrm>
            <a:off x="413844" y="2414708"/>
            <a:ext cx="6883249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Lorem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ipsum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 dolor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sit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amet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,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consectetur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adipiscing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elit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, sed do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eiusmod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tempor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incididunt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 ut labore et dolore magna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aliqua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.</a:t>
            </a:r>
          </a:p>
          <a:p>
            <a:pPr algn="just"/>
            <a:endParaRPr lang="it-IT" sz="1400" spc="0" dirty="0">
              <a:solidFill>
                <a:srgbClr val="000C14"/>
              </a:solidFill>
              <a:latin typeface="+mn-lt"/>
            </a:endParaRPr>
          </a:p>
          <a:p>
            <a:pPr algn="just"/>
            <a:r>
              <a:rPr lang="it-IT" sz="1400" spc="0" dirty="0">
                <a:solidFill>
                  <a:srgbClr val="000C14"/>
                </a:solidFill>
                <a:latin typeface="+mn-lt"/>
              </a:rPr>
              <a:t>Ut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enim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 ad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minim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veniam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,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quis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nostrud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exercitation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ullamco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laboris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nisi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 ut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aliquip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 ex ea commodo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consequat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.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Duis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aute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irure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 dolor in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reprehenderit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 in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voluptate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velit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 esse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cillum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 dolore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eu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fugiat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 nulla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pariatur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.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Excepteur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sint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occaecat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cupidatat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 non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proident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,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sunt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 in culpa qui officia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deserunt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mollit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anim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 id est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laborum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.</a:t>
            </a:r>
          </a:p>
          <a:p>
            <a:pPr algn="just"/>
            <a:endParaRPr lang="it-IT" sz="1400" dirty="0">
              <a:solidFill>
                <a:srgbClr val="000C14"/>
              </a:solidFill>
            </a:endParaRPr>
          </a:p>
          <a:p>
            <a:pPr algn="just"/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Lorem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ipsum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 dolor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sit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amet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,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consectetur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adipiscing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elit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, sed do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eiusmod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tempor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incididunt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 ut labore et dolore magna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aliqua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.</a:t>
            </a:r>
          </a:p>
          <a:p>
            <a:pPr algn="just"/>
            <a:endParaRPr lang="it-IT" sz="1400" spc="0" dirty="0">
              <a:solidFill>
                <a:srgbClr val="000C14"/>
              </a:solidFill>
              <a:latin typeface="+mn-lt"/>
            </a:endParaRPr>
          </a:p>
          <a:p>
            <a:pPr algn="just"/>
            <a:r>
              <a:rPr lang="it-IT" sz="1400" spc="0" dirty="0">
                <a:solidFill>
                  <a:srgbClr val="000C14"/>
                </a:solidFill>
                <a:latin typeface="+mn-lt"/>
              </a:rPr>
              <a:t>Ut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enim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 ad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minim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veniam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,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quis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nostrud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exercitation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ullamco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laboris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nisi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 ut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aliquip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 ex ea commodo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consequat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.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Duis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aute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irure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 dolor in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reprehenderit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 in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voluptate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velit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 esse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cillum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 dolore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eu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fugiat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 nulla </a:t>
            </a:r>
            <a:r>
              <a:rPr lang="it-IT" sz="1400" spc="0" dirty="0" err="1">
                <a:solidFill>
                  <a:srgbClr val="000C14"/>
                </a:solidFill>
                <a:latin typeface="+mn-lt"/>
              </a:rPr>
              <a:t>pariatur</a:t>
            </a:r>
            <a:r>
              <a:rPr lang="it-IT" sz="1400" spc="0" dirty="0">
                <a:solidFill>
                  <a:srgbClr val="000C14"/>
                </a:solidFill>
                <a:latin typeface="+mn-lt"/>
              </a:rPr>
              <a:t>.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53EEB30C-23D9-5EE8-8104-949A77B3C0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45361" y="246282"/>
            <a:ext cx="2333956" cy="2333956"/>
          </a:xfrm>
          <a:custGeom>
            <a:avLst/>
            <a:gdLst>
              <a:gd name="connsiteX0" fmla="*/ 1166978 w 2333956"/>
              <a:gd name="connsiteY0" fmla="*/ 0 h 2333956"/>
              <a:gd name="connsiteX1" fmla="*/ 2333956 w 2333956"/>
              <a:gd name="connsiteY1" fmla="*/ 1166978 h 2333956"/>
              <a:gd name="connsiteX2" fmla="*/ 1166978 w 2333956"/>
              <a:gd name="connsiteY2" fmla="*/ 2333956 h 2333956"/>
              <a:gd name="connsiteX3" fmla="*/ 0 w 2333956"/>
              <a:gd name="connsiteY3" fmla="*/ 1166978 h 2333956"/>
              <a:gd name="connsiteX4" fmla="*/ 1166978 w 2333956"/>
              <a:gd name="connsiteY4" fmla="*/ 0 h 2333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33956" h="2333956">
                <a:moveTo>
                  <a:pt x="1166978" y="0"/>
                </a:moveTo>
                <a:cubicBezTo>
                  <a:pt x="1811482" y="0"/>
                  <a:pt x="2333956" y="522474"/>
                  <a:pt x="2333956" y="1166978"/>
                </a:cubicBezTo>
                <a:cubicBezTo>
                  <a:pt x="2333956" y="1811482"/>
                  <a:pt x="1811482" y="2333956"/>
                  <a:pt x="1166978" y="2333956"/>
                </a:cubicBezTo>
                <a:cubicBezTo>
                  <a:pt x="522474" y="2333956"/>
                  <a:pt x="0" y="1811482"/>
                  <a:pt x="0" y="1166978"/>
                </a:cubicBezTo>
                <a:cubicBezTo>
                  <a:pt x="0" y="522474"/>
                  <a:pt x="522474" y="0"/>
                  <a:pt x="1166978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758297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99F13-6DB1-2716-CF2D-3FE506868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308E4C23-67E4-59BE-AB0F-45EDB4C2E73F}"/>
              </a:ext>
            </a:extLst>
          </p:cNvPr>
          <p:cNvSpPr txBox="1"/>
          <p:nvPr/>
        </p:nvSpPr>
        <p:spPr>
          <a:xfrm>
            <a:off x="291662" y="1119305"/>
            <a:ext cx="79107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latin typeface="+mj-lt"/>
              </a:rPr>
              <a:t>Insert title here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EAB09390-5318-2790-A522-076CC105725D}"/>
              </a:ext>
            </a:extLst>
          </p:cNvPr>
          <p:cNvSpPr txBox="1"/>
          <p:nvPr/>
        </p:nvSpPr>
        <p:spPr>
          <a:xfrm>
            <a:off x="9551406" y="2615883"/>
            <a:ext cx="232674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200" dirty="0">
                <a:solidFill>
                  <a:schemeClr val="accent1"/>
                </a:solidFill>
                <a:latin typeface="+mj-lt"/>
              </a:rPr>
              <a:t>Name</a:t>
            </a:r>
          </a:p>
          <a:p>
            <a:pPr algn="l"/>
            <a:r>
              <a:rPr lang="en-US" sz="3200" dirty="0">
                <a:solidFill>
                  <a:schemeClr val="accent1"/>
                </a:solidFill>
                <a:latin typeface="+mj-lt"/>
              </a:rPr>
              <a:t>Surname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239BD26-6D2A-43C6-6E23-BD6C303C0812}"/>
              </a:ext>
            </a:extLst>
          </p:cNvPr>
          <p:cNvSpPr txBox="1"/>
          <p:nvPr/>
        </p:nvSpPr>
        <p:spPr>
          <a:xfrm>
            <a:off x="9580647" y="3693101"/>
            <a:ext cx="2369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chemeClr val="accent3"/>
                </a:solidFill>
                <a:latin typeface="+mn-lt"/>
              </a:rPr>
              <a:t>Profession/Study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93A69DC-FCEA-7F69-9D16-F98EDC86E0F8}"/>
              </a:ext>
            </a:extLst>
          </p:cNvPr>
          <p:cNvSpPr txBox="1"/>
          <p:nvPr/>
        </p:nvSpPr>
        <p:spPr>
          <a:xfrm>
            <a:off x="413844" y="2414708"/>
            <a:ext cx="6883249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spc="0" dirty="0">
                <a:solidFill>
                  <a:srgbClr val="FFFFFF"/>
                </a:solidFill>
                <a:latin typeface="+mn-lt"/>
              </a:rPr>
              <a:t>Lorem ipsum dolor sit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amet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,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consectetur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adipiscing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elit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, sed do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eiusmod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tempor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incididunt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ut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 labore et dolore magna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aliqua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.</a:t>
            </a:r>
          </a:p>
          <a:p>
            <a:pPr algn="just"/>
            <a:endParaRPr lang="en-US" sz="1400" spc="0" dirty="0">
              <a:solidFill>
                <a:srgbClr val="FFFFFF"/>
              </a:solidFill>
              <a:latin typeface="+mn-lt"/>
            </a:endParaRPr>
          </a:p>
          <a:p>
            <a:pPr algn="just"/>
            <a:r>
              <a:rPr lang="en-US" sz="1400" spc="0" dirty="0">
                <a:solidFill>
                  <a:srgbClr val="FFFFFF"/>
                </a:solidFill>
                <a:latin typeface="+mn-lt"/>
              </a:rPr>
              <a:t>Ut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enim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 ad minim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veniam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,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quis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nostrud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 exercitation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ullamco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laboris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 nisi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ut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aliquip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 ex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ea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commodo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consequat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. Duis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aute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irure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 dolor in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reprehenderit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 in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voluptate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velit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esse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cillum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 dolore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eu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fugiat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nulla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pariatur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.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Excepteur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sint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occaecat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cupidatat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 non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proident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, sunt in culpa qui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officia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deserunt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mollit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anim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 id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est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laborum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.</a:t>
            </a:r>
          </a:p>
          <a:p>
            <a:pPr algn="just"/>
            <a:endParaRPr lang="en-US" sz="1400" dirty="0">
              <a:solidFill>
                <a:srgbClr val="FFFFFF"/>
              </a:solidFill>
            </a:endParaRPr>
          </a:p>
          <a:p>
            <a:pPr algn="just"/>
            <a:r>
              <a:rPr lang="en-US" sz="1400" spc="0" dirty="0">
                <a:solidFill>
                  <a:srgbClr val="FFFFFF"/>
                </a:solidFill>
                <a:latin typeface="+mn-lt"/>
              </a:rPr>
              <a:t>Lorem ipsum dolor sit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amet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,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consectetur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adipiscing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elit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, sed do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eiusmod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tempor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incididunt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ut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 labore et dolore magna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aliqua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.</a:t>
            </a:r>
          </a:p>
          <a:p>
            <a:pPr algn="just"/>
            <a:endParaRPr lang="en-US" sz="1400" spc="0" dirty="0">
              <a:solidFill>
                <a:srgbClr val="FFFFFF"/>
              </a:solidFill>
              <a:latin typeface="+mn-lt"/>
            </a:endParaRPr>
          </a:p>
          <a:p>
            <a:pPr algn="just"/>
            <a:r>
              <a:rPr lang="en-US" sz="1400" spc="0" dirty="0">
                <a:solidFill>
                  <a:srgbClr val="FFFFFF"/>
                </a:solidFill>
                <a:latin typeface="+mn-lt"/>
              </a:rPr>
              <a:t>Ut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enim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 ad minim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veniam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,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quis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nostrud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 exercitation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ullamco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laboris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 nisi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ut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aliquip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 ex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ea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commodo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consequat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. Duis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aute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irure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 dolor in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reprehenderit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 in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voluptate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velit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esse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cillum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 dolore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eu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fugiat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nulla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rgbClr val="FFFFFF"/>
                </a:solidFill>
                <a:latin typeface="+mn-lt"/>
              </a:rPr>
              <a:t>pariatur</a:t>
            </a:r>
            <a:r>
              <a:rPr lang="en-US" sz="1400" spc="0" dirty="0">
                <a:solidFill>
                  <a:srgbClr val="FFFFFF"/>
                </a:solidFill>
                <a:latin typeface="+mn-lt"/>
              </a:rPr>
              <a:t>.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BFDAB55A-EA30-2B40-C1A8-7079D35ED2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45361" y="246282"/>
            <a:ext cx="2333956" cy="2333956"/>
          </a:xfrm>
          <a:custGeom>
            <a:avLst/>
            <a:gdLst>
              <a:gd name="connsiteX0" fmla="*/ 1166978 w 2333956"/>
              <a:gd name="connsiteY0" fmla="*/ 0 h 2333956"/>
              <a:gd name="connsiteX1" fmla="*/ 2333956 w 2333956"/>
              <a:gd name="connsiteY1" fmla="*/ 1166978 h 2333956"/>
              <a:gd name="connsiteX2" fmla="*/ 1166978 w 2333956"/>
              <a:gd name="connsiteY2" fmla="*/ 2333956 h 2333956"/>
              <a:gd name="connsiteX3" fmla="*/ 0 w 2333956"/>
              <a:gd name="connsiteY3" fmla="*/ 1166978 h 2333956"/>
              <a:gd name="connsiteX4" fmla="*/ 1166978 w 2333956"/>
              <a:gd name="connsiteY4" fmla="*/ 0 h 2333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33956" h="2333956">
                <a:moveTo>
                  <a:pt x="1166978" y="0"/>
                </a:moveTo>
                <a:cubicBezTo>
                  <a:pt x="1811482" y="0"/>
                  <a:pt x="2333956" y="522474"/>
                  <a:pt x="2333956" y="1166978"/>
                </a:cubicBezTo>
                <a:cubicBezTo>
                  <a:pt x="2333956" y="1811482"/>
                  <a:pt x="1811482" y="2333956"/>
                  <a:pt x="1166978" y="2333956"/>
                </a:cubicBezTo>
                <a:cubicBezTo>
                  <a:pt x="522474" y="2333956"/>
                  <a:pt x="0" y="1811482"/>
                  <a:pt x="0" y="1166978"/>
                </a:cubicBezTo>
                <a:cubicBezTo>
                  <a:pt x="0" y="522474"/>
                  <a:pt x="522474" y="0"/>
                  <a:pt x="1166978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8934552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E9AB3-A9DD-1201-D814-4D50B88CE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CF38FE34-E576-A457-BB6C-71648CCC9B8D}"/>
              </a:ext>
            </a:extLst>
          </p:cNvPr>
          <p:cNvSpPr txBox="1"/>
          <p:nvPr/>
        </p:nvSpPr>
        <p:spPr>
          <a:xfrm>
            <a:off x="291662" y="1119305"/>
            <a:ext cx="79107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chemeClr val="accent4"/>
                </a:solidFill>
                <a:latin typeface="+mj-lt"/>
              </a:rPr>
              <a:t>Insert title here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3041981D-EA63-950C-09B3-023AA3947774}"/>
              </a:ext>
            </a:extLst>
          </p:cNvPr>
          <p:cNvSpPr txBox="1"/>
          <p:nvPr/>
        </p:nvSpPr>
        <p:spPr>
          <a:xfrm>
            <a:off x="9551406" y="2615883"/>
            <a:ext cx="232674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200" dirty="0">
                <a:solidFill>
                  <a:schemeClr val="accent3"/>
                </a:solidFill>
                <a:latin typeface="+mj-lt"/>
              </a:rPr>
              <a:t>Name</a:t>
            </a:r>
          </a:p>
          <a:p>
            <a:pPr algn="l"/>
            <a:r>
              <a:rPr lang="en-US" sz="3200" dirty="0">
                <a:solidFill>
                  <a:schemeClr val="accent3"/>
                </a:solidFill>
                <a:latin typeface="+mj-lt"/>
              </a:rPr>
              <a:t>Surname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9B66DA9-02A5-DACA-049A-1707ECAC0AFD}"/>
              </a:ext>
            </a:extLst>
          </p:cNvPr>
          <p:cNvSpPr txBox="1"/>
          <p:nvPr/>
        </p:nvSpPr>
        <p:spPr>
          <a:xfrm>
            <a:off x="9580647" y="3693101"/>
            <a:ext cx="2369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chemeClr val="bg2"/>
                </a:solidFill>
                <a:latin typeface="+mn-lt"/>
              </a:rPr>
              <a:t>Profession/Study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2FF73AA-1A99-8FDD-1B5A-898770133EC2}"/>
              </a:ext>
            </a:extLst>
          </p:cNvPr>
          <p:cNvSpPr txBox="1"/>
          <p:nvPr/>
        </p:nvSpPr>
        <p:spPr>
          <a:xfrm>
            <a:off x="413844" y="2414708"/>
            <a:ext cx="688324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spc="0" dirty="0">
                <a:solidFill>
                  <a:schemeClr val="bg2"/>
                </a:solidFill>
                <a:latin typeface="+mn-lt"/>
              </a:rPr>
              <a:t>Lorem ipsum dolor sit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amet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,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consectetur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adipiscing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elit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, sed do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eiusmod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tempor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incididunt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ut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labore et dolore magna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aliqua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.</a:t>
            </a:r>
          </a:p>
          <a:p>
            <a:pPr algn="just"/>
            <a:endParaRPr lang="en-US" sz="1400" spc="0" dirty="0">
              <a:solidFill>
                <a:schemeClr val="bg2"/>
              </a:solidFill>
              <a:latin typeface="+mn-lt"/>
            </a:endParaRPr>
          </a:p>
          <a:p>
            <a:pPr algn="just"/>
            <a:r>
              <a:rPr lang="en-US" sz="1400" spc="0" dirty="0">
                <a:solidFill>
                  <a:schemeClr val="bg2"/>
                </a:solidFill>
                <a:latin typeface="+mn-lt"/>
              </a:rPr>
              <a:t>Ut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enim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ad minim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veniam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,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quis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nostrud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exercitation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ullamco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laboris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nisi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ut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aliquip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ex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ea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commodo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consequat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. Duis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aute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irure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dolor in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reprehenderit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in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voluptate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velit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esse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cillum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dolore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eu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fugiat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nulla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pariatur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.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Excepteur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sint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occaecat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cupidatat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non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proident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, sunt in culpa qui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officia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deserunt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mollit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anim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id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est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laborum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.</a:t>
            </a:r>
          </a:p>
          <a:p>
            <a:pPr algn="just"/>
            <a:endParaRPr lang="en-US" sz="1400" dirty="0">
              <a:solidFill>
                <a:schemeClr val="bg2"/>
              </a:solidFill>
            </a:endParaRPr>
          </a:p>
          <a:p>
            <a:pPr algn="just"/>
            <a:r>
              <a:rPr lang="en-US" sz="1400" spc="0" dirty="0">
                <a:solidFill>
                  <a:schemeClr val="bg2"/>
                </a:solidFill>
                <a:latin typeface="+mn-lt"/>
              </a:rPr>
              <a:t>Lorem ipsum dolor sit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amet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,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consectetur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adipiscing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elit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, sed do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eiusmod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tempor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incididunt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ut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labore et dolore magna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aliqua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.</a:t>
            </a:r>
          </a:p>
          <a:p>
            <a:pPr algn="just"/>
            <a:endParaRPr lang="en-US" sz="1400" spc="0" dirty="0">
              <a:solidFill>
                <a:schemeClr val="bg2"/>
              </a:solidFill>
              <a:latin typeface="+mn-lt"/>
            </a:endParaRPr>
          </a:p>
          <a:p>
            <a:pPr algn="just"/>
            <a:r>
              <a:rPr lang="en-US" sz="1400" spc="0" dirty="0">
                <a:solidFill>
                  <a:schemeClr val="bg2"/>
                </a:solidFill>
                <a:latin typeface="+mn-lt"/>
              </a:rPr>
              <a:t>Ut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enim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ad minim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veniam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,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quis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nostrud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exercitation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ullamco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laboris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nisi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ut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aliquip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ex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ea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commodo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consequat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. Duis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aute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irure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dolor in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reprehenderit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in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voluptate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velit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esse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cillum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dolore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eu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fugiat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nulla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pariatur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.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8F05ECBD-06F2-432A-EF99-93FA880A55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45361" y="246282"/>
            <a:ext cx="2333956" cy="2333956"/>
          </a:xfrm>
          <a:custGeom>
            <a:avLst/>
            <a:gdLst>
              <a:gd name="connsiteX0" fmla="*/ 1166978 w 2333956"/>
              <a:gd name="connsiteY0" fmla="*/ 0 h 2333956"/>
              <a:gd name="connsiteX1" fmla="*/ 2333956 w 2333956"/>
              <a:gd name="connsiteY1" fmla="*/ 1166978 h 2333956"/>
              <a:gd name="connsiteX2" fmla="*/ 1166978 w 2333956"/>
              <a:gd name="connsiteY2" fmla="*/ 2333956 h 2333956"/>
              <a:gd name="connsiteX3" fmla="*/ 0 w 2333956"/>
              <a:gd name="connsiteY3" fmla="*/ 1166978 h 2333956"/>
              <a:gd name="connsiteX4" fmla="*/ 1166978 w 2333956"/>
              <a:gd name="connsiteY4" fmla="*/ 0 h 2333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33956" h="2333956">
                <a:moveTo>
                  <a:pt x="1166978" y="0"/>
                </a:moveTo>
                <a:cubicBezTo>
                  <a:pt x="1811482" y="0"/>
                  <a:pt x="2333956" y="522474"/>
                  <a:pt x="2333956" y="1166978"/>
                </a:cubicBezTo>
                <a:cubicBezTo>
                  <a:pt x="2333956" y="1811482"/>
                  <a:pt x="1811482" y="2333956"/>
                  <a:pt x="1166978" y="2333956"/>
                </a:cubicBezTo>
                <a:cubicBezTo>
                  <a:pt x="522474" y="2333956"/>
                  <a:pt x="0" y="1811482"/>
                  <a:pt x="0" y="1166978"/>
                </a:cubicBezTo>
                <a:cubicBezTo>
                  <a:pt x="0" y="522474"/>
                  <a:pt x="522474" y="0"/>
                  <a:pt x="1166978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551608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F427ACA7-8B47-4223-4F79-AF4BF371318D}"/>
              </a:ext>
            </a:extLst>
          </p:cNvPr>
          <p:cNvSpPr txBox="1"/>
          <p:nvPr/>
        </p:nvSpPr>
        <p:spPr>
          <a:xfrm>
            <a:off x="2010229" y="1899582"/>
            <a:ext cx="4591050" cy="4266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/>
              <a:t>Lorem ipsum dolor sit </a:t>
            </a:r>
            <a:r>
              <a:rPr lang="en-US" sz="1400" dirty="0" err="1"/>
              <a:t>amet</a:t>
            </a:r>
            <a:r>
              <a:rPr lang="en-US" sz="1400" dirty="0"/>
              <a:t>, </a:t>
            </a:r>
            <a:r>
              <a:rPr lang="en-US" sz="1400" dirty="0" err="1"/>
              <a:t>consectetuer</a:t>
            </a:r>
            <a:r>
              <a:rPr lang="en-US" sz="1400" dirty="0"/>
              <a:t> </a:t>
            </a:r>
            <a:r>
              <a:rPr lang="en-US" sz="1400" dirty="0" err="1"/>
              <a:t>adipiscing</a:t>
            </a:r>
            <a:r>
              <a:rPr lang="en-US" sz="1400" dirty="0"/>
              <a:t> </a:t>
            </a:r>
            <a:r>
              <a:rPr lang="en-US" sz="1400" dirty="0" err="1"/>
              <a:t>elit</a:t>
            </a:r>
            <a:r>
              <a:rPr lang="en-US" sz="1400" dirty="0"/>
              <a:t>, sed diam </a:t>
            </a:r>
            <a:r>
              <a:rPr lang="en-US" sz="1400" dirty="0" err="1"/>
              <a:t>nonummy</a:t>
            </a:r>
            <a:r>
              <a:rPr lang="en-US" sz="1400" dirty="0"/>
              <a:t> </a:t>
            </a:r>
            <a:r>
              <a:rPr lang="en-US" sz="1400" dirty="0" err="1"/>
              <a:t>nibh</a:t>
            </a:r>
            <a:r>
              <a:rPr lang="en-US" sz="1400" dirty="0"/>
              <a:t> </a:t>
            </a:r>
            <a:r>
              <a:rPr lang="en-US" sz="1400" dirty="0" err="1"/>
              <a:t>euis</a:t>
            </a:r>
            <a:r>
              <a:rPr lang="en-US" sz="1400" dirty="0"/>
              <a:t> mod </a:t>
            </a:r>
            <a:r>
              <a:rPr lang="en-US" sz="1400" dirty="0" err="1"/>
              <a:t>tincidunt</a:t>
            </a:r>
            <a:r>
              <a:rPr lang="en-US" sz="1400" dirty="0"/>
              <a:t> </a:t>
            </a:r>
            <a:r>
              <a:rPr lang="en-US" sz="1400" dirty="0" err="1"/>
              <a:t>ut</a:t>
            </a:r>
            <a:r>
              <a:rPr lang="en-US" sz="1400" dirty="0"/>
              <a:t> </a:t>
            </a:r>
            <a:r>
              <a:rPr lang="en-US" sz="1400" dirty="0" err="1"/>
              <a:t>laoreet</a:t>
            </a:r>
            <a:r>
              <a:rPr lang="en-US" sz="1400" dirty="0"/>
              <a:t> dolore magna </a:t>
            </a:r>
            <a:r>
              <a:rPr lang="en-US" sz="1400" dirty="0" err="1"/>
              <a:t>ali</a:t>
            </a:r>
            <a:r>
              <a:rPr lang="en-US" sz="1400" dirty="0"/>
              <a:t> </a:t>
            </a:r>
            <a:r>
              <a:rPr lang="en-US" sz="1400" dirty="0" err="1"/>
              <a:t>quam</a:t>
            </a:r>
            <a:r>
              <a:rPr lang="en-US" sz="1400" dirty="0"/>
              <a:t> </a:t>
            </a:r>
            <a:r>
              <a:rPr lang="en-US" sz="1400" dirty="0" err="1"/>
              <a:t>erat</a:t>
            </a:r>
            <a:r>
              <a:rPr lang="en-US" sz="1400" dirty="0"/>
              <a:t> </a:t>
            </a:r>
            <a:r>
              <a:rPr lang="en-US" sz="1400" dirty="0" err="1"/>
              <a:t>volutpat</a:t>
            </a:r>
            <a:r>
              <a:rPr lang="en-US" sz="1400" dirty="0"/>
              <a:t>.</a:t>
            </a:r>
          </a:p>
          <a:p>
            <a:pPr>
              <a:lnSpc>
                <a:spcPct val="150000"/>
              </a:lnSpc>
            </a:pP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/>
              <a:t>Ut </a:t>
            </a:r>
            <a:r>
              <a:rPr lang="en-US" sz="1400" dirty="0" err="1"/>
              <a:t>wisi</a:t>
            </a:r>
            <a:r>
              <a:rPr lang="en-US" sz="1400" dirty="0"/>
              <a:t> </a:t>
            </a:r>
            <a:r>
              <a:rPr lang="en-US" sz="1400" dirty="0" err="1"/>
              <a:t>enim</a:t>
            </a:r>
            <a:r>
              <a:rPr lang="en-US" sz="1400" dirty="0"/>
              <a:t> ad minim </a:t>
            </a:r>
            <a:r>
              <a:rPr lang="en-US" sz="1400" dirty="0" err="1"/>
              <a:t>veniam</a:t>
            </a:r>
            <a:r>
              <a:rPr lang="en-US" sz="1400" dirty="0"/>
              <a:t>, </a:t>
            </a:r>
            <a:r>
              <a:rPr lang="en-US" sz="1400" dirty="0" err="1"/>
              <a:t>quis</a:t>
            </a:r>
            <a:r>
              <a:rPr lang="en-US" sz="1400" dirty="0"/>
              <a:t> </a:t>
            </a:r>
            <a:r>
              <a:rPr lang="en-US" sz="1400" dirty="0" err="1"/>
              <a:t>nostrud</a:t>
            </a:r>
            <a:r>
              <a:rPr lang="en-US" sz="1400" dirty="0"/>
              <a:t> </a:t>
            </a:r>
            <a:r>
              <a:rPr lang="en-US" sz="1400" dirty="0" err="1"/>
              <a:t>exerci</a:t>
            </a:r>
            <a:r>
              <a:rPr lang="en-US" sz="1400" dirty="0"/>
              <a:t> </a:t>
            </a:r>
            <a:r>
              <a:rPr lang="en-US" sz="1400" dirty="0" err="1"/>
              <a:t>tation</a:t>
            </a:r>
            <a:r>
              <a:rPr lang="en-US" sz="1400" dirty="0"/>
              <a:t> </a:t>
            </a:r>
            <a:r>
              <a:rPr lang="en-US" sz="1400" dirty="0" err="1"/>
              <a:t>ullamcorper</a:t>
            </a:r>
            <a:r>
              <a:rPr lang="en-US" sz="1400" dirty="0"/>
              <a:t> </a:t>
            </a:r>
            <a:r>
              <a:rPr lang="en-US" sz="1400" b="1" dirty="0" err="1">
                <a:solidFill>
                  <a:schemeClr val="accent2"/>
                </a:solidFill>
              </a:rPr>
              <a:t>suscipit</a:t>
            </a:r>
            <a:r>
              <a:rPr lang="en-US" sz="1400" b="1" dirty="0">
                <a:solidFill>
                  <a:schemeClr val="accent2"/>
                </a:solidFill>
              </a:rPr>
              <a:t> </a:t>
            </a:r>
            <a:r>
              <a:rPr lang="en-US" sz="1400" b="1" dirty="0" err="1">
                <a:solidFill>
                  <a:schemeClr val="accent2"/>
                </a:solidFill>
              </a:rPr>
              <a:t>lobortis</a:t>
            </a:r>
            <a:r>
              <a:rPr lang="en-US" sz="1400" b="1" dirty="0">
                <a:solidFill>
                  <a:srgbClr val="00E8AE"/>
                </a:solidFill>
              </a:rPr>
              <a:t> </a:t>
            </a:r>
            <a:r>
              <a:rPr lang="en-US" sz="1400" dirty="0" err="1"/>
              <a:t>nisl</a:t>
            </a:r>
            <a:r>
              <a:rPr lang="en-US" sz="1400" dirty="0"/>
              <a:t> </a:t>
            </a:r>
            <a:r>
              <a:rPr lang="en-US" sz="1400" dirty="0" err="1"/>
              <a:t>ut</a:t>
            </a:r>
            <a:r>
              <a:rPr lang="en-US" sz="1400" dirty="0"/>
              <a:t> </a:t>
            </a:r>
            <a:r>
              <a:rPr lang="en-US" sz="1400" dirty="0" err="1"/>
              <a:t>aliquip</a:t>
            </a:r>
            <a:r>
              <a:rPr lang="en-US" sz="1400" dirty="0"/>
              <a:t> ex </a:t>
            </a:r>
            <a:r>
              <a:rPr lang="en-US" sz="1400" dirty="0" err="1"/>
              <a:t>ea</a:t>
            </a:r>
            <a:r>
              <a:rPr lang="en-US" sz="1400" dirty="0"/>
              <a:t> </a:t>
            </a:r>
            <a:r>
              <a:rPr lang="en-US" sz="1400" dirty="0" err="1"/>
              <a:t>commodo</a:t>
            </a:r>
            <a:r>
              <a:rPr lang="en-US" sz="1400" dirty="0"/>
              <a:t> </a:t>
            </a:r>
            <a:r>
              <a:rPr lang="en-US" sz="1400" dirty="0" err="1"/>
              <a:t>consequat</a:t>
            </a:r>
            <a:r>
              <a:rPr lang="en-US" sz="1400" dirty="0"/>
              <a:t>.</a:t>
            </a:r>
          </a:p>
          <a:p>
            <a:pPr>
              <a:lnSpc>
                <a:spcPct val="150000"/>
              </a:lnSpc>
            </a:pP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/>
              <a:t>Duis autem vel </a:t>
            </a:r>
            <a:r>
              <a:rPr lang="en-US" sz="1400" dirty="0" err="1"/>
              <a:t>eum</a:t>
            </a:r>
            <a:r>
              <a:rPr lang="en-US" sz="1400" dirty="0"/>
              <a:t> </a:t>
            </a:r>
            <a:r>
              <a:rPr lang="en-US" sz="1400" dirty="0" err="1"/>
              <a:t>iriure</a:t>
            </a:r>
            <a:r>
              <a:rPr lang="en-US" sz="1400" dirty="0"/>
              <a:t> dolor in </a:t>
            </a:r>
            <a:r>
              <a:rPr lang="en-US" sz="1400" dirty="0" err="1"/>
              <a:t>hendrerit</a:t>
            </a:r>
            <a:r>
              <a:rPr lang="en-US" sz="1400" dirty="0"/>
              <a:t> in </a:t>
            </a:r>
            <a:r>
              <a:rPr lang="en-US" sz="1400" dirty="0" err="1"/>
              <a:t>vulputate</a:t>
            </a:r>
            <a:r>
              <a:rPr lang="en-US" sz="1400" dirty="0"/>
              <a:t> </a:t>
            </a:r>
            <a:r>
              <a:rPr lang="en-US" sz="1400" dirty="0" err="1"/>
              <a:t>velit</a:t>
            </a:r>
            <a:r>
              <a:rPr lang="en-US" sz="1400" dirty="0"/>
              <a:t> </a:t>
            </a:r>
            <a:r>
              <a:rPr lang="en-US" sz="1400" dirty="0" err="1"/>
              <a:t>esse</a:t>
            </a:r>
            <a:r>
              <a:rPr lang="en-US" sz="1400" dirty="0"/>
              <a:t> </a:t>
            </a:r>
            <a:r>
              <a:rPr lang="en-US" sz="1400" dirty="0" err="1"/>
              <a:t>molestie</a:t>
            </a:r>
            <a:r>
              <a:rPr lang="en-US" sz="1400" dirty="0"/>
              <a:t> </a:t>
            </a:r>
            <a:r>
              <a:rPr lang="en-US" sz="1400" dirty="0" err="1"/>
              <a:t>consequat</a:t>
            </a:r>
            <a:r>
              <a:rPr lang="en-US" sz="1400" dirty="0"/>
              <a:t>, vel illum dolore </a:t>
            </a:r>
            <a:r>
              <a:rPr lang="en-US" sz="1400" dirty="0" err="1"/>
              <a:t>eu</a:t>
            </a:r>
            <a:r>
              <a:rPr lang="en-US" sz="1400" dirty="0"/>
              <a:t> </a:t>
            </a:r>
            <a:r>
              <a:rPr lang="en-US" sz="1400" dirty="0" err="1"/>
              <a:t>feugiat</a:t>
            </a:r>
            <a:r>
              <a:rPr lang="en-US" sz="1400" dirty="0"/>
              <a:t> </a:t>
            </a:r>
            <a:r>
              <a:rPr lang="en-US" sz="1400" dirty="0" err="1"/>
              <a:t>nulla</a:t>
            </a:r>
            <a:r>
              <a:rPr lang="en-US" sz="1400" dirty="0"/>
              <a:t> </a:t>
            </a:r>
            <a:r>
              <a:rPr lang="en-US" sz="1400" dirty="0" err="1">
                <a:solidFill>
                  <a:schemeClr val="accent1"/>
                </a:solidFill>
              </a:rPr>
              <a:t>facilisis</a:t>
            </a:r>
            <a:r>
              <a:rPr lang="en-US" sz="1400" dirty="0"/>
              <a:t> at </a:t>
            </a:r>
            <a:r>
              <a:rPr lang="en-US" sz="1400" dirty="0" err="1"/>
              <a:t>vero</a:t>
            </a:r>
            <a:r>
              <a:rPr lang="en-US" sz="1400" dirty="0"/>
              <a:t> eros et </a:t>
            </a:r>
            <a:r>
              <a:rPr lang="en-US" sz="1400" dirty="0" err="1"/>
              <a:t>accumsan</a:t>
            </a:r>
            <a:r>
              <a:rPr lang="en-US" sz="1400" dirty="0"/>
              <a:t> et </a:t>
            </a:r>
            <a:r>
              <a:rPr lang="en-US" sz="1400" dirty="0" err="1"/>
              <a:t>iusto</a:t>
            </a:r>
            <a:r>
              <a:rPr lang="en-US" sz="1400" dirty="0"/>
              <a:t> </a:t>
            </a:r>
            <a:r>
              <a:rPr lang="en-US" sz="1400" dirty="0" err="1"/>
              <a:t>odio</a:t>
            </a:r>
            <a:r>
              <a:rPr lang="en-US" sz="1400" dirty="0"/>
              <a:t> </a:t>
            </a:r>
            <a:r>
              <a:rPr lang="en-US" sz="1400" dirty="0" err="1"/>
              <a:t>dignissim</a:t>
            </a:r>
            <a:r>
              <a:rPr lang="en-US" sz="1400" dirty="0"/>
              <a:t> qui </a:t>
            </a:r>
            <a:r>
              <a:rPr lang="en-US" sz="1400" dirty="0" err="1"/>
              <a:t>blandit</a:t>
            </a:r>
            <a:r>
              <a:rPr lang="en-US" sz="1400" dirty="0"/>
              <a:t> </a:t>
            </a:r>
            <a:r>
              <a:rPr lang="en-US" sz="1400" dirty="0" err="1"/>
              <a:t>praesent</a:t>
            </a:r>
            <a:r>
              <a:rPr lang="en-US" sz="1400" dirty="0"/>
              <a:t> </a:t>
            </a:r>
            <a:r>
              <a:rPr lang="en-US" sz="1400" dirty="0" err="1"/>
              <a:t>luptatum</a:t>
            </a:r>
            <a:r>
              <a:rPr lang="en-US" sz="1400" dirty="0"/>
              <a:t> </a:t>
            </a:r>
            <a:r>
              <a:rPr lang="en-US" sz="1400" dirty="0" err="1"/>
              <a:t>zzril</a:t>
            </a:r>
            <a:r>
              <a:rPr lang="en-US" sz="1400" dirty="0"/>
              <a:t> </a:t>
            </a:r>
            <a:r>
              <a:rPr lang="en-US" sz="1400" dirty="0" err="1"/>
              <a:t>delenit</a:t>
            </a:r>
            <a:r>
              <a:rPr lang="en-US" sz="1400" dirty="0"/>
              <a:t> </a:t>
            </a:r>
            <a:r>
              <a:rPr lang="en-US" sz="1400" dirty="0" err="1"/>
              <a:t>augue</a:t>
            </a:r>
            <a:r>
              <a:rPr lang="en-US" sz="1400" dirty="0"/>
              <a:t> </a:t>
            </a:r>
            <a:r>
              <a:rPr lang="en-US" sz="1400" dirty="0" err="1"/>
              <a:t>duis</a:t>
            </a:r>
            <a:r>
              <a:rPr lang="en-US" sz="1400" dirty="0"/>
              <a:t> dolore </a:t>
            </a:r>
            <a:r>
              <a:rPr lang="en-US" sz="1400" dirty="0" err="1"/>
              <a:t>te</a:t>
            </a:r>
            <a:r>
              <a:rPr lang="en-US" sz="1400" dirty="0"/>
              <a:t> </a:t>
            </a:r>
            <a:r>
              <a:rPr lang="en-US" sz="1400" dirty="0" err="1"/>
              <a:t>feugait</a:t>
            </a:r>
            <a:r>
              <a:rPr lang="en-US" sz="1400" dirty="0"/>
              <a:t> </a:t>
            </a:r>
            <a:r>
              <a:rPr lang="en-US" sz="1400" dirty="0" err="1"/>
              <a:t>nulla</a:t>
            </a:r>
            <a:r>
              <a:rPr lang="en-US" sz="1400" dirty="0"/>
              <a:t> </a:t>
            </a:r>
            <a:r>
              <a:rPr lang="en-US" sz="1400" dirty="0" err="1"/>
              <a:t>facilisi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810513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66F73-2FC6-C450-9EF3-FA531E1EB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32C12738-FEAD-B44A-1AD4-ECF73592379A}"/>
              </a:ext>
            </a:extLst>
          </p:cNvPr>
          <p:cNvSpPr txBox="1"/>
          <p:nvPr/>
        </p:nvSpPr>
        <p:spPr>
          <a:xfrm>
            <a:off x="2010229" y="1899582"/>
            <a:ext cx="4591050" cy="4266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</a:rPr>
              <a:t>Lorem ipsum dolor sit </a:t>
            </a:r>
            <a:r>
              <a:rPr lang="en-US" sz="1400" dirty="0" err="1">
                <a:solidFill>
                  <a:schemeClr val="bg1"/>
                </a:solidFill>
              </a:rPr>
              <a:t>amet</a:t>
            </a:r>
            <a:r>
              <a:rPr lang="en-US" sz="1400" dirty="0">
                <a:solidFill>
                  <a:schemeClr val="bg1"/>
                </a:solidFill>
              </a:rPr>
              <a:t>, </a:t>
            </a:r>
            <a:r>
              <a:rPr lang="en-US" sz="1400" dirty="0" err="1">
                <a:solidFill>
                  <a:schemeClr val="bg1"/>
                </a:solidFill>
              </a:rPr>
              <a:t>consectetuer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adipiscing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elit</a:t>
            </a:r>
            <a:r>
              <a:rPr lang="en-US" sz="1400" dirty="0">
                <a:solidFill>
                  <a:schemeClr val="bg1"/>
                </a:solidFill>
              </a:rPr>
              <a:t>, sed diam </a:t>
            </a:r>
            <a:r>
              <a:rPr lang="en-US" sz="1400" dirty="0" err="1">
                <a:solidFill>
                  <a:schemeClr val="bg1"/>
                </a:solidFill>
              </a:rPr>
              <a:t>nonummy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nibh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euis</a:t>
            </a:r>
            <a:r>
              <a:rPr lang="en-US" sz="1400" dirty="0">
                <a:solidFill>
                  <a:schemeClr val="bg1"/>
                </a:solidFill>
              </a:rPr>
              <a:t> mod </a:t>
            </a:r>
            <a:r>
              <a:rPr lang="en-US" sz="1400" dirty="0" err="1">
                <a:solidFill>
                  <a:schemeClr val="bg1"/>
                </a:solidFill>
              </a:rPr>
              <a:t>tincidunt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ut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laoreet</a:t>
            </a:r>
            <a:r>
              <a:rPr lang="en-US" sz="1400" dirty="0">
                <a:solidFill>
                  <a:schemeClr val="bg1"/>
                </a:solidFill>
              </a:rPr>
              <a:t> dolore magna </a:t>
            </a:r>
            <a:r>
              <a:rPr lang="en-US" sz="1400" dirty="0" err="1">
                <a:solidFill>
                  <a:schemeClr val="bg1"/>
                </a:solidFill>
              </a:rPr>
              <a:t>ali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quam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erat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volutpat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endParaRPr lang="en-US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</a:rPr>
              <a:t>Ut </a:t>
            </a:r>
            <a:r>
              <a:rPr lang="en-US" sz="1400" dirty="0" err="1">
                <a:solidFill>
                  <a:schemeClr val="bg1"/>
                </a:solidFill>
              </a:rPr>
              <a:t>wisi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enim</a:t>
            </a:r>
            <a:r>
              <a:rPr lang="en-US" sz="1400" dirty="0">
                <a:solidFill>
                  <a:schemeClr val="bg1"/>
                </a:solidFill>
              </a:rPr>
              <a:t> ad minim </a:t>
            </a:r>
            <a:r>
              <a:rPr lang="en-US" sz="1400" dirty="0" err="1">
                <a:solidFill>
                  <a:schemeClr val="bg1"/>
                </a:solidFill>
              </a:rPr>
              <a:t>veniam</a:t>
            </a:r>
            <a:r>
              <a:rPr lang="en-US" sz="1400" dirty="0">
                <a:solidFill>
                  <a:schemeClr val="bg1"/>
                </a:solidFill>
              </a:rPr>
              <a:t>, </a:t>
            </a:r>
            <a:r>
              <a:rPr lang="en-US" sz="1400" dirty="0" err="1">
                <a:solidFill>
                  <a:schemeClr val="bg1"/>
                </a:solidFill>
              </a:rPr>
              <a:t>quis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nostrud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exerci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tation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ullamcorper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b="1" dirty="0" err="1">
                <a:solidFill>
                  <a:schemeClr val="accent3"/>
                </a:solidFill>
              </a:rPr>
              <a:t>suscipit</a:t>
            </a:r>
            <a:r>
              <a:rPr lang="en-US" sz="1400" b="1" dirty="0">
                <a:solidFill>
                  <a:schemeClr val="accent3"/>
                </a:solidFill>
              </a:rPr>
              <a:t> </a:t>
            </a:r>
            <a:r>
              <a:rPr lang="en-US" sz="1400" b="1" dirty="0" err="1">
                <a:solidFill>
                  <a:schemeClr val="accent3"/>
                </a:solidFill>
              </a:rPr>
              <a:t>lobortis</a:t>
            </a:r>
            <a:r>
              <a:rPr lang="en-US" sz="1400" b="1" dirty="0">
                <a:solidFill>
                  <a:schemeClr val="accent3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nisl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ut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aliquip</a:t>
            </a:r>
            <a:r>
              <a:rPr lang="en-US" sz="1400" dirty="0">
                <a:solidFill>
                  <a:schemeClr val="bg1"/>
                </a:solidFill>
              </a:rPr>
              <a:t> ex </a:t>
            </a:r>
            <a:r>
              <a:rPr lang="en-US" sz="1400" dirty="0" err="1">
                <a:solidFill>
                  <a:schemeClr val="bg1"/>
                </a:solidFill>
              </a:rPr>
              <a:t>ea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commodo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consequat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endParaRPr lang="en-US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</a:rPr>
              <a:t>Duis autem vel </a:t>
            </a:r>
            <a:r>
              <a:rPr lang="en-US" sz="1400" dirty="0" err="1">
                <a:solidFill>
                  <a:schemeClr val="bg1"/>
                </a:solidFill>
              </a:rPr>
              <a:t>eum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iriure</a:t>
            </a:r>
            <a:r>
              <a:rPr lang="en-US" sz="1400" dirty="0">
                <a:solidFill>
                  <a:schemeClr val="bg1"/>
                </a:solidFill>
              </a:rPr>
              <a:t> dolor in </a:t>
            </a:r>
            <a:r>
              <a:rPr lang="en-US" sz="1400" dirty="0" err="1">
                <a:solidFill>
                  <a:schemeClr val="bg1"/>
                </a:solidFill>
              </a:rPr>
              <a:t>hendrerit</a:t>
            </a:r>
            <a:r>
              <a:rPr lang="en-US" sz="1400" dirty="0">
                <a:solidFill>
                  <a:schemeClr val="bg1"/>
                </a:solidFill>
              </a:rPr>
              <a:t> in </a:t>
            </a:r>
            <a:r>
              <a:rPr lang="en-US" sz="1400" dirty="0" err="1">
                <a:solidFill>
                  <a:schemeClr val="bg1"/>
                </a:solidFill>
              </a:rPr>
              <a:t>vulputate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velit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esse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molestie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consequat</a:t>
            </a:r>
            <a:r>
              <a:rPr lang="en-US" sz="1400" dirty="0">
                <a:solidFill>
                  <a:schemeClr val="bg1"/>
                </a:solidFill>
              </a:rPr>
              <a:t>, vel illum dolore </a:t>
            </a:r>
            <a:r>
              <a:rPr lang="en-US" sz="1400" dirty="0" err="1">
                <a:solidFill>
                  <a:schemeClr val="bg1"/>
                </a:solidFill>
              </a:rPr>
              <a:t>eu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feugiat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nulla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accent1"/>
                </a:solidFill>
              </a:rPr>
              <a:t>facilisis</a:t>
            </a:r>
            <a:r>
              <a:rPr lang="en-US" sz="1400" dirty="0">
                <a:solidFill>
                  <a:schemeClr val="bg1"/>
                </a:solidFill>
              </a:rPr>
              <a:t> at </a:t>
            </a:r>
            <a:r>
              <a:rPr lang="en-US" sz="1400" dirty="0" err="1">
                <a:solidFill>
                  <a:schemeClr val="bg1"/>
                </a:solidFill>
              </a:rPr>
              <a:t>vero</a:t>
            </a:r>
            <a:r>
              <a:rPr lang="en-US" sz="1400" dirty="0">
                <a:solidFill>
                  <a:schemeClr val="bg1"/>
                </a:solidFill>
              </a:rPr>
              <a:t> eros et </a:t>
            </a:r>
            <a:r>
              <a:rPr lang="en-US" sz="1400" dirty="0" err="1">
                <a:solidFill>
                  <a:schemeClr val="bg1"/>
                </a:solidFill>
              </a:rPr>
              <a:t>accumsan</a:t>
            </a:r>
            <a:r>
              <a:rPr lang="en-US" sz="1400" dirty="0">
                <a:solidFill>
                  <a:schemeClr val="bg1"/>
                </a:solidFill>
              </a:rPr>
              <a:t> et </a:t>
            </a:r>
            <a:r>
              <a:rPr lang="en-US" sz="1400" dirty="0" err="1">
                <a:solidFill>
                  <a:schemeClr val="bg1"/>
                </a:solidFill>
              </a:rPr>
              <a:t>iusto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odio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dignissim</a:t>
            </a:r>
            <a:r>
              <a:rPr lang="en-US" sz="1400" dirty="0">
                <a:solidFill>
                  <a:schemeClr val="bg1"/>
                </a:solidFill>
              </a:rPr>
              <a:t> qui </a:t>
            </a:r>
            <a:r>
              <a:rPr lang="en-US" sz="1400" dirty="0" err="1">
                <a:solidFill>
                  <a:schemeClr val="bg1"/>
                </a:solidFill>
              </a:rPr>
              <a:t>blandit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praesent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luptatum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zzril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delenit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augue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duis</a:t>
            </a:r>
            <a:r>
              <a:rPr lang="en-US" sz="1400" dirty="0">
                <a:solidFill>
                  <a:schemeClr val="bg1"/>
                </a:solidFill>
              </a:rPr>
              <a:t> dolore </a:t>
            </a:r>
            <a:r>
              <a:rPr lang="en-US" sz="1400" dirty="0" err="1">
                <a:solidFill>
                  <a:schemeClr val="bg1"/>
                </a:solidFill>
              </a:rPr>
              <a:t>te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feugait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nulla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facilisi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92624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3CA03E9D-B45C-743E-E44E-1AB8A1720A9C}"/>
              </a:ext>
            </a:extLst>
          </p:cNvPr>
          <p:cNvSpPr txBox="1"/>
          <p:nvPr/>
        </p:nvSpPr>
        <p:spPr>
          <a:xfrm>
            <a:off x="295494" y="2890391"/>
            <a:ext cx="308633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2"/>
                </a:solidFill>
                <a:latin typeface="+mj-lt"/>
              </a:rPr>
              <a:t>Table of</a:t>
            </a:r>
          </a:p>
          <a:p>
            <a:r>
              <a:rPr lang="en-US" sz="3200" b="1" dirty="0">
                <a:solidFill>
                  <a:schemeClr val="tx2"/>
                </a:solidFill>
                <a:latin typeface="+mj-lt"/>
              </a:rPr>
              <a:t>Contents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59057436-43A1-CBAE-DD9F-18B5A838FFEF}"/>
              </a:ext>
            </a:extLst>
          </p:cNvPr>
          <p:cNvSpPr txBox="1"/>
          <p:nvPr/>
        </p:nvSpPr>
        <p:spPr>
          <a:xfrm>
            <a:off x="6458857" y="0"/>
            <a:ext cx="5733143" cy="60573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l">
              <a:lnSpc>
                <a:spcPct val="250000"/>
              </a:lnSpc>
              <a:buFont typeface="+mj-lt"/>
              <a:buAutoNum type="arabicPeriod"/>
            </a:pPr>
            <a:r>
              <a:rPr lang="en-US" sz="3200" b="1" dirty="0">
                <a:solidFill>
                  <a:schemeClr val="bg1"/>
                </a:solidFill>
                <a:latin typeface="+mj-lt"/>
              </a:rPr>
              <a:t>Chapter</a:t>
            </a:r>
          </a:p>
          <a:p>
            <a:pPr marL="514350" indent="-514350" algn="l">
              <a:lnSpc>
                <a:spcPct val="250000"/>
              </a:lnSpc>
              <a:buFont typeface="+mj-lt"/>
              <a:buAutoNum type="arabicPeriod"/>
            </a:pPr>
            <a:r>
              <a:rPr lang="en-US" sz="3200" b="1" dirty="0">
                <a:solidFill>
                  <a:schemeClr val="bg1"/>
                </a:solidFill>
                <a:latin typeface="+mj-lt"/>
              </a:rPr>
              <a:t>Chapter</a:t>
            </a:r>
          </a:p>
          <a:p>
            <a:pPr marL="514350" indent="-514350" algn="l">
              <a:lnSpc>
                <a:spcPct val="250000"/>
              </a:lnSpc>
              <a:buFont typeface="+mj-lt"/>
              <a:buAutoNum type="arabicPeriod"/>
            </a:pPr>
            <a:r>
              <a:rPr lang="en-US" sz="3200" b="1" dirty="0">
                <a:solidFill>
                  <a:schemeClr val="bg1"/>
                </a:solidFill>
                <a:latin typeface="+mj-lt"/>
              </a:rPr>
              <a:t>Chapter</a:t>
            </a:r>
          </a:p>
          <a:p>
            <a:pPr marL="514350" indent="-514350" algn="l">
              <a:lnSpc>
                <a:spcPct val="250000"/>
              </a:lnSpc>
              <a:buFont typeface="+mj-lt"/>
              <a:buAutoNum type="arabicPeriod"/>
            </a:pPr>
            <a:r>
              <a:rPr lang="en-US" sz="3200" b="1" dirty="0">
                <a:solidFill>
                  <a:schemeClr val="bg1"/>
                </a:solidFill>
                <a:latin typeface="+mj-lt"/>
              </a:rPr>
              <a:t>Chapter</a:t>
            </a:r>
          </a:p>
          <a:p>
            <a:pPr marL="514350" indent="-514350" algn="l">
              <a:lnSpc>
                <a:spcPct val="250000"/>
              </a:lnSpc>
              <a:buFont typeface="+mj-lt"/>
              <a:buAutoNum type="arabicPeriod"/>
            </a:pPr>
            <a:r>
              <a:rPr lang="en-US" sz="3200" b="1" dirty="0">
                <a:solidFill>
                  <a:schemeClr val="bg1"/>
                </a:solidFill>
                <a:latin typeface="+mj-lt"/>
              </a:rPr>
              <a:t>Chapter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C4BD5E49-F3AF-BD3E-419B-2B1A0B086C42}"/>
              </a:ext>
            </a:extLst>
          </p:cNvPr>
          <p:cNvSpPr txBox="1"/>
          <p:nvPr/>
        </p:nvSpPr>
        <p:spPr>
          <a:xfrm>
            <a:off x="7024915" y="1043845"/>
            <a:ext cx="5152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ct val="100000"/>
              </a:lnSpc>
              <a:buFont typeface="+mj-lt"/>
              <a:buNone/>
            </a:pPr>
            <a:r>
              <a:rPr lang="en-US" sz="2000" dirty="0">
                <a:solidFill>
                  <a:schemeClr val="accent1"/>
                </a:solidFill>
                <a:latin typeface="+mn-lt"/>
              </a:rPr>
              <a:t>Description </a:t>
            </a:r>
            <a:r>
              <a:rPr lang="en-US" sz="2000" dirty="0" err="1">
                <a:solidFill>
                  <a:schemeClr val="accent1"/>
                </a:solidFill>
                <a:latin typeface="+mn-lt"/>
              </a:rPr>
              <a:t>description</a:t>
            </a:r>
            <a:endParaRPr lang="en-US" sz="2000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E2EE208-65D7-97D2-0B0C-749BBDD27706}"/>
              </a:ext>
            </a:extLst>
          </p:cNvPr>
          <p:cNvSpPr txBox="1"/>
          <p:nvPr/>
        </p:nvSpPr>
        <p:spPr>
          <a:xfrm>
            <a:off x="7024914" y="2268369"/>
            <a:ext cx="5152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ct val="100000"/>
              </a:lnSpc>
              <a:buFont typeface="+mj-lt"/>
              <a:buNone/>
            </a:pPr>
            <a:r>
              <a:rPr lang="en-US" sz="2000" dirty="0">
                <a:solidFill>
                  <a:schemeClr val="accent1"/>
                </a:solidFill>
                <a:latin typeface="+mn-lt"/>
              </a:rPr>
              <a:t>Description </a:t>
            </a:r>
            <a:r>
              <a:rPr lang="en-US" sz="2000" dirty="0" err="1">
                <a:solidFill>
                  <a:schemeClr val="accent1"/>
                </a:solidFill>
                <a:latin typeface="+mn-lt"/>
              </a:rPr>
              <a:t>description</a:t>
            </a:r>
            <a:endParaRPr lang="en-US" sz="2000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B617F7CD-FD6E-54CA-B398-F562532F839D}"/>
              </a:ext>
            </a:extLst>
          </p:cNvPr>
          <p:cNvSpPr txBox="1"/>
          <p:nvPr/>
        </p:nvSpPr>
        <p:spPr>
          <a:xfrm>
            <a:off x="7024915" y="3492893"/>
            <a:ext cx="5152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ct val="100000"/>
              </a:lnSpc>
              <a:buFont typeface="+mj-lt"/>
              <a:buNone/>
            </a:pPr>
            <a:r>
              <a:rPr lang="en-US" sz="2000" dirty="0">
                <a:solidFill>
                  <a:schemeClr val="accent1"/>
                </a:solidFill>
                <a:latin typeface="+mn-lt"/>
              </a:rPr>
              <a:t>Description </a:t>
            </a:r>
            <a:r>
              <a:rPr lang="en-US" sz="2000" dirty="0" err="1">
                <a:solidFill>
                  <a:schemeClr val="accent1"/>
                </a:solidFill>
                <a:latin typeface="+mn-lt"/>
              </a:rPr>
              <a:t>description</a:t>
            </a:r>
            <a:endParaRPr lang="en-US" sz="2000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6B9D2685-0A36-0102-6027-14AC989B9037}"/>
              </a:ext>
            </a:extLst>
          </p:cNvPr>
          <p:cNvSpPr txBox="1"/>
          <p:nvPr/>
        </p:nvSpPr>
        <p:spPr>
          <a:xfrm>
            <a:off x="7024914" y="4717417"/>
            <a:ext cx="5152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ct val="100000"/>
              </a:lnSpc>
              <a:buFont typeface="+mj-lt"/>
              <a:buNone/>
            </a:pPr>
            <a:r>
              <a:rPr lang="en-US" sz="2000" dirty="0">
                <a:solidFill>
                  <a:schemeClr val="accent1"/>
                </a:solidFill>
                <a:latin typeface="+mn-lt"/>
              </a:rPr>
              <a:t>Description </a:t>
            </a:r>
            <a:r>
              <a:rPr lang="en-US" sz="2000" dirty="0" err="1">
                <a:solidFill>
                  <a:schemeClr val="accent1"/>
                </a:solidFill>
                <a:latin typeface="+mn-lt"/>
              </a:rPr>
              <a:t>description</a:t>
            </a:r>
            <a:endParaRPr lang="en-US" sz="2000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93FDCB73-1D01-6BAA-A14B-E363F25B3594}"/>
              </a:ext>
            </a:extLst>
          </p:cNvPr>
          <p:cNvSpPr txBox="1"/>
          <p:nvPr/>
        </p:nvSpPr>
        <p:spPr>
          <a:xfrm>
            <a:off x="7024914" y="5941941"/>
            <a:ext cx="5152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ct val="100000"/>
              </a:lnSpc>
              <a:buFont typeface="+mj-lt"/>
              <a:buNone/>
            </a:pPr>
            <a:r>
              <a:rPr lang="en-US" sz="2000" dirty="0">
                <a:solidFill>
                  <a:schemeClr val="accent1"/>
                </a:solidFill>
                <a:latin typeface="+mn-lt"/>
              </a:rPr>
              <a:t>Description </a:t>
            </a:r>
            <a:r>
              <a:rPr lang="en-US" sz="2000" dirty="0" err="1">
                <a:solidFill>
                  <a:schemeClr val="accent1"/>
                </a:solidFill>
                <a:latin typeface="+mn-lt"/>
              </a:rPr>
              <a:t>description</a:t>
            </a:r>
            <a:endParaRPr lang="en-US" sz="2000" dirty="0">
              <a:solidFill>
                <a:schemeClr val="accent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084636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3CA03E9D-B45C-743E-E44E-1AB8A1720A9C}"/>
              </a:ext>
            </a:extLst>
          </p:cNvPr>
          <p:cNvSpPr txBox="1"/>
          <p:nvPr/>
        </p:nvSpPr>
        <p:spPr>
          <a:xfrm>
            <a:off x="2470165" y="2890391"/>
            <a:ext cx="339496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dirty="0">
                <a:latin typeface="+mj-lt"/>
              </a:rPr>
              <a:t>Table of</a:t>
            </a:r>
          </a:p>
          <a:p>
            <a:pPr algn="r"/>
            <a:r>
              <a:rPr lang="en-US" sz="3200" dirty="0">
                <a:latin typeface="+mj-lt"/>
              </a:rPr>
              <a:t>Contents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1C2E7F1-8585-7437-21F3-C0AC4EAFBA58}"/>
              </a:ext>
            </a:extLst>
          </p:cNvPr>
          <p:cNvSpPr txBox="1"/>
          <p:nvPr/>
        </p:nvSpPr>
        <p:spPr>
          <a:xfrm>
            <a:off x="6458857" y="0"/>
            <a:ext cx="5733143" cy="60573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l">
              <a:lnSpc>
                <a:spcPct val="250000"/>
              </a:lnSpc>
              <a:buFont typeface="+mj-lt"/>
              <a:buAutoNum type="arabicPeriod"/>
            </a:pPr>
            <a:r>
              <a:rPr lang="en-US" sz="3200" b="1" dirty="0">
                <a:solidFill>
                  <a:schemeClr val="bg1"/>
                </a:solidFill>
                <a:latin typeface="+mj-lt"/>
              </a:rPr>
              <a:t>Chapter</a:t>
            </a:r>
          </a:p>
          <a:p>
            <a:pPr marL="514350" indent="-514350" algn="l">
              <a:lnSpc>
                <a:spcPct val="250000"/>
              </a:lnSpc>
              <a:buFont typeface="+mj-lt"/>
              <a:buAutoNum type="arabicPeriod"/>
            </a:pPr>
            <a:r>
              <a:rPr lang="en-US" sz="3200" b="1" dirty="0">
                <a:solidFill>
                  <a:schemeClr val="bg1"/>
                </a:solidFill>
                <a:latin typeface="+mj-lt"/>
              </a:rPr>
              <a:t>Chapter</a:t>
            </a:r>
          </a:p>
          <a:p>
            <a:pPr marL="514350" indent="-514350" algn="l">
              <a:lnSpc>
                <a:spcPct val="250000"/>
              </a:lnSpc>
              <a:buFont typeface="+mj-lt"/>
              <a:buAutoNum type="arabicPeriod"/>
            </a:pPr>
            <a:r>
              <a:rPr lang="en-US" sz="3200" b="1" dirty="0">
                <a:solidFill>
                  <a:schemeClr val="bg1"/>
                </a:solidFill>
                <a:latin typeface="+mj-lt"/>
              </a:rPr>
              <a:t>Chapter</a:t>
            </a:r>
          </a:p>
          <a:p>
            <a:pPr marL="514350" indent="-514350" algn="l">
              <a:lnSpc>
                <a:spcPct val="250000"/>
              </a:lnSpc>
              <a:buFont typeface="+mj-lt"/>
              <a:buAutoNum type="arabicPeriod"/>
            </a:pPr>
            <a:r>
              <a:rPr lang="en-US" sz="3200" b="1" dirty="0">
                <a:solidFill>
                  <a:schemeClr val="bg1"/>
                </a:solidFill>
                <a:latin typeface="+mj-lt"/>
              </a:rPr>
              <a:t>Chapter</a:t>
            </a:r>
          </a:p>
          <a:p>
            <a:pPr marL="514350" indent="-514350" algn="l">
              <a:lnSpc>
                <a:spcPct val="250000"/>
              </a:lnSpc>
              <a:buFont typeface="+mj-lt"/>
              <a:buAutoNum type="arabicPeriod"/>
            </a:pPr>
            <a:r>
              <a:rPr lang="en-US" sz="3200" b="1" dirty="0">
                <a:solidFill>
                  <a:schemeClr val="bg1"/>
                </a:solidFill>
                <a:latin typeface="+mj-lt"/>
              </a:rPr>
              <a:t>Chapter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66185B34-37B8-6671-0EDC-FCB93EEC01C5}"/>
              </a:ext>
            </a:extLst>
          </p:cNvPr>
          <p:cNvSpPr txBox="1"/>
          <p:nvPr/>
        </p:nvSpPr>
        <p:spPr>
          <a:xfrm>
            <a:off x="7024915" y="1043845"/>
            <a:ext cx="5152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ct val="100000"/>
              </a:lnSpc>
              <a:buFont typeface="+mj-lt"/>
              <a:buNone/>
            </a:pPr>
            <a:r>
              <a:rPr lang="en-US" sz="2000" dirty="0">
                <a:solidFill>
                  <a:schemeClr val="accent2"/>
                </a:solidFill>
                <a:latin typeface="+mn-lt"/>
              </a:rPr>
              <a:t>Description </a:t>
            </a:r>
            <a:r>
              <a:rPr lang="en-US" sz="2000" dirty="0" err="1">
                <a:solidFill>
                  <a:schemeClr val="accent2"/>
                </a:solidFill>
                <a:latin typeface="+mn-lt"/>
              </a:rPr>
              <a:t>description</a:t>
            </a:r>
            <a:endParaRPr lang="en-US" sz="2000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EF6F7D96-B23E-A310-2D00-B6AE679B2FF9}"/>
              </a:ext>
            </a:extLst>
          </p:cNvPr>
          <p:cNvSpPr txBox="1"/>
          <p:nvPr/>
        </p:nvSpPr>
        <p:spPr>
          <a:xfrm>
            <a:off x="7024914" y="2268369"/>
            <a:ext cx="5152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ct val="100000"/>
              </a:lnSpc>
              <a:buFont typeface="+mj-lt"/>
              <a:buNone/>
            </a:pPr>
            <a:r>
              <a:rPr lang="en-US" sz="2000" dirty="0">
                <a:solidFill>
                  <a:schemeClr val="accent2"/>
                </a:solidFill>
                <a:latin typeface="+mn-lt"/>
              </a:rPr>
              <a:t>Description </a:t>
            </a:r>
            <a:r>
              <a:rPr lang="en-US" sz="2000" dirty="0" err="1">
                <a:solidFill>
                  <a:schemeClr val="accent2"/>
                </a:solidFill>
                <a:latin typeface="+mn-lt"/>
              </a:rPr>
              <a:t>description</a:t>
            </a:r>
            <a:endParaRPr lang="en-US" sz="2000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BF4E1436-414E-77BD-B56E-BEAFFFBE7996}"/>
              </a:ext>
            </a:extLst>
          </p:cNvPr>
          <p:cNvSpPr txBox="1"/>
          <p:nvPr/>
        </p:nvSpPr>
        <p:spPr>
          <a:xfrm>
            <a:off x="7024915" y="3492893"/>
            <a:ext cx="5152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ct val="100000"/>
              </a:lnSpc>
              <a:buFont typeface="+mj-lt"/>
              <a:buNone/>
            </a:pPr>
            <a:r>
              <a:rPr lang="en-US" sz="2000" dirty="0">
                <a:solidFill>
                  <a:schemeClr val="accent2"/>
                </a:solidFill>
                <a:latin typeface="+mn-lt"/>
              </a:rPr>
              <a:t>Description </a:t>
            </a:r>
            <a:r>
              <a:rPr lang="en-US" sz="2000" dirty="0" err="1">
                <a:solidFill>
                  <a:schemeClr val="accent2"/>
                </a:solidFill>
                <a:latin typeface="+mn-lt"/>
              </a:rPr>
              <a:t>description</a:t>
            </a:r>
            <a:endParaRPr lang="en-US" sz="2000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DB769FAE-AB24-1339-A364-36A25B1E77B4}"/>
              </a:ext>
            </a:extLst>
          </p:cNvPr>
          <p:cNvSpPr txBox="1"/>
          <p:nvPr/>
        </p:nvSpPr>
        <p:spPr>
          <a:xfrm>
            <a:off x="7024914" y="4717417"/>
            <a:ext cx="5152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ct val="100000"/>
              </a:lnSpc>
              <a:buFont typeface="+mj-lt"/>
              <a:buNone/>
            </a:pPr>
            <a:r>
              <a:rPr lang="en-US" sz="2000" dirty="0">
                <a:solidFill>
                  <a:schemeClr val="accent2"/>
                </a:solidFill>
                <a:latin typeface="+mn-lt"/>
              </a:rPr>
              <a:t>Description </a:t>
            </a:r>
            <a:r>
              <a:rPr lang="en-US" sz="2000" dirty="0" err="1">
                <a:solidFill>
                  <a:schemeClr val="accent2"/>
                </a:solidFill>
                <a:latin typeface="+mn-lt"/>
              </a:rPr>
              <a:t>description</a:t>
            </a:r>
            <a:endParaRPr lang="en-US" sz="2000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A5BFB7BC-DBA9-7BBA-2835-9E8C19BA7FFD}"/>
              </a:ext>
            </a:extLst>
          </p:cNvPr>
          <p:cNvSpPr txBox="1"/>
          <p:nvPr/>
        </p:nvSpPr>
        <p:spPr>
          <a:xfrm>
            <a:off x="7024914" y="5941941"/>
            <a:ext cx="5152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ct val="100000"/>
              </a:lnSpc>
              <a:buFont typeface="+mj-lt"/>
              <a:buNone/>
            </a:pPr>
            <a:r>
              <a:rPr lang="en-US" sz="2000" dirty="0">
                <a:solidFill>
                  <a:schemeClr val="accent2"/>
                </a:solidFill>
                <a:latin typeface="+mn-lt"/>
              </a:rPr>
              <a:t>Description </a:t>
            </a:r>
            <a:r>
              <a:rPr lang="en-US" sz="2000" dirty="0" err="1">
                <a:solidFill>
                  <a:schemeClr val="accent2"/>
                </a:solidFill>
                <a:latin typeface="+mn-lt"/>
              </a:rPr>
              <a:t>description</a:t>
            </a:r>
            <a:endParaRPr lang="en-US" sz="2000" dirty="0">
              <a:solidFill>
                <a:schemeClr val="accent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280999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E5224ABD-FFBA-C5EF-2CA1-1A62D5CB36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482336"/>
              </p:ext>
            </p:extLst>
          </p:nvPr>
        </p:nvGraphicFramePr>
        <p:xfrm>
          <a:off x="2644346" y="1485900"/>
          <a:ext cx="9097320" cy="4813870"/>
        </p:xfrm>
        <a:graphic>
          <a:graphicData uri="http://schemas.openxmlformats.org/drawingml/2006/table">
            <a:tbl>
              <a:tblPr bandRow="1">
                <a:tableStyleId>{BC89EF96-8CEA-46FF-86C4-4CE0E7609802}</a:tableStyleId>
              </a:tblPr>
              <a:tblGrid>
                <a:gridCol w="2274330">
                  <a:extLst>
                    <a:ext uri="{9D8B030D-6E8A-4147-A177-3AD203B41FA5}">
                      <a16:colId xmlns:a16="http://schemas.microsoft.com/office/drawing/2014/main" val="3148853490"/>
                    </a:ext>
                  </a:extLst>
                </a:gridCol>
                <a:gridCol w="2274330">
                  <a:extLst>
                    <a:ext uri="{9D8B030D-6E8A-4147-A177-3AD203B41FA5}">
                      <a16:colId xmlns:a16="http://schemas.microsoft.com/office/drawing/2014/main" val="2873889697"/>
                    </a:ext>
                  </a:extLst>
                </a:gridCol>
                <a:gridCol w="2274330">
                  <a:extLst>
                    <a:ext uri="{9D8B030D-6E8A-4147-A177-3AD203B41FA5}">
                      <a16:colId xmlns:a16="http://schemas.microsoft.com/office/drawing/2014/main" val="410871604"/>
                    </a:ext>
                  </a:extLst>
                </a:gridCol>
                <a:gridCol w="2274330">
                  <a:extLst>
                    <a:ext uri="{9D8B030D-6E8A-4147-A177-3AD203B41FA5}">
                      <a16:colId xmlns:a16="http://schemas.microsoft.com/office/drawing/2014/main" val="995031118"/>
                    </a:ext>
                  </a:extLst>
                </a:gridCol>
              </a:tblGrid>
              <a:tr h="96277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1428565"/>
                  </a:ext>
                </a:extLst>
              </a:tr>
              <a:tr h="96277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3837421"/>
                  </a:ext>
                </a:extLst>
              </a:tr>
              <a:tr h="96277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4287799"/>
                  </a:ext>
                </a:extLst>
              </a:tr>
              <a:tr h="96277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3393868"/>
                  </a:ext>
                </a:extLst>
              </a:tr>
              <a:tr h="96277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5534645"/>
                  </a:ext>
                </a:extLst>
              </a:tr>
            </a:tbl>
          </a:graphicData>
        </a:graphic>
      </p:graphicFrame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DEEA45CA-5F8B-7174-45CA-6E7315A0165A}"/>
              </a:ext>
            </a:extLst>
          </p:cNvPr>
          <p:cNvSpPr/>
          <p:nvPr/>
        </p:nvSpPr>
        <p:spPr>
          <a:xfrm>
            <a:off x="547818" y="1680520"/>
            <a:ext cx="1919417" cy="634312"/>
          </a:xfrm>
          <a:prstGeom prst="roundRect">
            <a:avLst>
              <a:gd name="adj" fmla="val 27570"/>
            </a:avLst>
          </a:prstGeom>
          <a:solidFill>
            <a:schemeClr val="accent1"/>
          </a:solidFill>
          <a:ln w="19050"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8" name="Ovale 7">
            <a:extLst>
              <a:ext uri="{FF2B5EF4-FFF2-40B4-BE49-F238E27FC236}">
                <a16:creationId xmlns:a16="http://schemas.microsoft.com/office/drawing/2014/main" id="{8ED78C27-FF03-8771-0CBD-79E51BA4756C}"/>
              </a:ext>
            </a:extLst>
          </p:cNvPr>
          <p:cNvSpPr/>
          <p:nvPr/>
        </p:nvSpPr>
        <p:spPr>
          <a:xfrm>
            <a:off x="285579" y="1622854"/>
            <a:ext cx="741406" cy="741406"/>
          </a:xfrm>
          <a:prstGeom prst="ellips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dirty="0">
                <a:solidFill>
                  <a:schemeClr val="accent4"/>
                </a:solidFill>
                <a:latin typeface="+mj-lt"/>
              </a:rPr>
              <a:t>1</a:t>
            </a:r>
            <a:endParaRPr lang="en-US" sz="24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108257A-37DD-AED1-7B5E-B913D229EA11}"/>
              </a:ext>
            </a:extLst>
          </p:cNvPr>
          <p:cNvSpPr txBox="1"/>
          <p:nvPr/>
        </p:nvSpPr>
        <p:spPr>
          <a:xfrm>
            <a:off x="1062683" y="1762724"/>
            <a:ext cx="12768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200" b="1" dirty="0">
                <a:solidFill>
                  <a:schemeClr val="bg1"/>
                </a:solidFill>
              </a:rPr>
              <a:t>lorem ipsum dolor sit amet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18" name="Rettangolo con angoli arrotondati 17">
            <a:extLst>
              <a:ext uri="{FF2B5EF4-FFF2-40B4-BE49-F238E27FC236}">
                <a16:creationId xmlns:a16="http://schemas.microsoft.com/office/drawing/2014/main" id="{1E07CEE3-4BA1-A495-4FA8-8B2FF28BC200}"/>
              </a:ext>
            </a:extLst>
          </p:cNvPr>
          <p:cNvSpPr/>
          <p:nvPr/>
        </p:nvSpPr>
        <p:spPr>
          <a:xfrm>
            <a:off x="547818" y="2664398"/>
            <a:ext cx="1919417" cy="634312"/>
          </a:xfrm>
          <a:prstGeom prst="roundRect">
            <a:avLst>
              <a:gd name="adj" fmla="val 27570"/>
            </a:avLst>
          </a:prstGeom>
          <a:solidFill>
            <a:schemeClr val="accent1"/>
          </a:solidFill>
          <a:ln w="19050"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9" name="Ovale 18">
            <a:extLst>
              <a:ext uri="{FF2B5EF4-FFF2-40B4-BE49-F238E27FC236}">
                <a16:creationId xmlns:a16="http://schemas.microsoft.com/office/drawing/2014/main" id="{1ED8FA96-5F10-4A47-537C-D2C97045BBEC}"/>
              </a:ext>
            </a:extLst>
          </p:cNvPr>
          <p:cNvSpPr/>
          <p:nvPr/>
        </p:nvSpPr>
        <p:spPr>
          <a:xfrm>
            <a:off x="285579" y="2606732"/>
            <a:ext cx="741406" cy="741406"/>
          </a:xfrm>
          <a:prstGeom prst="ellips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dirty="0">
                <a:solidFill>
                  <a:schemeClr val="accent4"/>
                </a:solidFill>
                <a:latin typeface="+mj-lt"/>
              </a:rPr>
              <a:t>2</a:t>
            </a:r>
            <a:endParaRPr lang="en-US" sz="24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EA4E1440-8582-3ED1-6128-27A23169330B}"/>
              </a:ext>
            </a:extLst>
          </p:cNvPr>
          <p:cNvSpPr txBox="1"/>
          <p:nvPr/>
        </p:nvSpPr>
        <p:spPr>
          <a:xfrm>
            <a:off x="1062683" y="2746602"/>
            <a:ext cx="12768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200" b="1" dirty="0">
                <a:solidFill>
                  <a:schemeClr val="bg1"/>
                </a:solidFill>
              </a:rPr>
              <a:t>lorem ipsum dolor sit amet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22" name="Rettangolo con angoli arrotondati 21">
            <a:extLst>
              <a:ext uri="{FF2B5EF4-FFF2-40B4-BE49-F238E27FC236}">
                <a16:creationId xmlns:a16="http://schemas.microsoft.com/office/drawing/2014/main" id="{040C065E-4AE7-D853-2FCB-350779C2A189}"/>
              </a:ext>
            </a:extLst>
          </p:cNvPr>
          <p:cNvSpPr/>
          <p:nvPr/>
        </p:nvSpPr>
        <p:spPr>
          <a:xfrm>
            <a:off x="547818" y="3648276"/>
            <a:ext cx="1919417" cy="634312"/>
          </a:xfrm>
          <a:prstGeom prst="roundRect">
            <a:avLst>
              <a:gd name="adj" fmla="val 27570"/>
            </a:avLst>
          </a:prstGeom>
          <a:solidFill>
            <a:schemeClr val="accent1"/>
          </a:solidFill>
          <a:ln w="19050"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23" name="Ovale 22">
            <a:extLst>
              <a:ext uri="{FF2B5EF4-FFF2-40B4-BE49-F238E27FC236}">
                <a16:creationId xmlns:a16="http://schemas.microsoft.com/office/drawing/2014/main" id="{AF5FCDB3-75C2-9ACC-136D-AE4469A69134}"/>
              </a:ext>
            </a:extLst>
          </p:cNvPr>
          <p:cNvSpPr/>
          <p:nvPr/>
        </p:nvSpPr>
        <p:spPr>
          <a:xfrm>
            <a:off x="285579" y="3590610"/>
            <a:ext cx="741406" cy="741406"/>
          </a:xfrm>
          <a:prstGeom prst="ellips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dirty="0">
                <a:solidFill>
                  <a:schemeClr val="accent4"/>
                </a:solidFill>
                <a:latin typeface="+mj-lt"/>
              </a:rPr>
              <a:t>3</a:t>
            </a:r>
            <a:endParaRPr lang="en-US" sz="24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5B3ED72B-F649-1D3D-1B4B-74B97D0A59A1}"/>
              </a:ext>
            </a:extLst>
          </p:cNvPr>
          <p:cNvSpPr txBox="1"/>
          <p:nvPr/>
        </p:nvSpPr>
        <p:spPr>
          <a:xfrm>
            <a:off x="1062683" y="3730480"/>
            <a:ext cx="12768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200" b="1" dirty="0">
                <a:solidFill>
                  <a:schemeClr val="bg1"/>
                </a:solidFill>
              </a:rPr>
              <a:t>lorem ipsum dolor sit amet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26" name="Rettangolo con angoli arrotondati 25">
            <a:extLst>
              <a:ext uri="{FF2B5EF4-FFF2-40B4-BE49-F238E27FC236}">
                <a16:creationId xmlns:a16="http://schemas.microsoft.com/office/drawing/2014/main" id="{A418F426-2C0C-C4EB-613F-6C050FD8531E}"/>
              </a:ext>
            </a:extLst>
          </p:cNvPr>
          <p:cNvSpPr/>
          <p:nvPr/>
        </p:nvSpPr>
        <p:spPr>
          <a:xfrm>
            <a:off x="547818" y="4632154"/>
            <a:ext cx="1919417" cy="634312"/>
          </a:xfrm>
          <a:prstGeom prst="roundRect">
            <a:avLst>
              <a:gd name="adj" fmla="val 27570"/>
            </a:avLst>
          </a:prstGeom>
          <a:solidFill>
            <a:schemeClr val="accent1"/>
          </a:solidFill>
          <a:ln w="19050"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27" name="Ovale 26">
            <a:extLst>
              <a:ext uri="{FF2B5EF4-FFF2-40B4-BE49-F238E27FC236}">
                <a16:creationId xmlns:a16="http://schemas.microsoft.com/office/drawing/2014/main" id="{5950B6B6-392E-090C-FFE3-42E00856DC2A}"/>
              </a:ext>
            </a:extLst>
          </p:cNvPr>
          <p:cNvSpPr/>
          <p:nvPr/>
        </p:nvSpPr>
        <p:spPr>
          <a:xfrm>
            <a:off x="285579" y="4574488"/>
            <a:ext cx="741406" cy="741406"/>
          </a:xfrm>
          <a:prstGeom prst="ellips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dirty="0">
                <a:solidFill>
                  <a:schemeClr val="accent4"/>
                </a:solidFill>
                <a:latin typeface="+mj-lt"/>
              </a:rPr>
              <a:t>4</a:t>
            </a:r>
            <a:endParaRPr lang="en-US" sz="24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379E0E59-7189-2536-9F4E-A7B8F02E0779}"/>
              </a:ext>
            </a:extLst>
          </p:cNvPr>
          <p:cNvSpPr txBox="1"/>
          <p:nvPr/>
        </p:nvSpPr>
        <p:spPr>
          <a:xfrm>
            <a:off x="1062683" y="4714358"/>
            <a:ext cx="12768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200" b="1" dirty="0">
                <a:solidFill>
                  <a:schemeClr val="bg1"/>
                </a:solidFill>
              </a:rPr>
              <a:t>lorem ipsum dolor sit amet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30" name="Rettangolo con angoli arrotondati 29">
            <a:extLst>
              <a:ext uri="{FF2B5EF4-FFF2-40B4-BE49-F238E27FC236}">
                <a16:creationId xmlns:a16="http://schemas.microsoft.com/office/drawing/2014/main" id="{24E49193-DB21-5306-DDFE-1FE7A9F79AB8}"/>
              </a:ext>
            </a:extLst>
          </p:cNvPr>
          <p:cNvSpPr/>
          <p:nvPr/>
        </p:nvSpPr>
        <p:spPr>
          <a:xfrm>
            <a:off x="547818" y="5616033"/>
            <a:ext cx="1919417" cy="634312"/>
          </a:xfrm>
          <a:prstGeom prst="roundRect">
            <a:avLst>
              <a:gd name="adj" fmla="val 27570"/>
            </a:avLst>
          </a:prstGeom>
          <a:solidFill>
            <a:schemeClr val="accent1"/>
          </a:solidFill>
          <a:ln w="19050"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1" name="Ovale 30">
            <a:extLst>
              <a:ext uri="{FF2B5EF4-FFF2-40B4-BE49-F238E27FC236}">
                <a16:creationId xmlns:a16="http://schemas.microsoft.com/office/drawing/2014/main" id="{989CD817-ED2E-1A78-F2AD-9A6BA5F474E3}"/>
              </a:ext>
            </a:extLst>
          </p:cNvPr>
          <p:cNvSpPr/>
          <p:nvPr/>
        </p:nvSpPr>
        <p:spPr>
          <a:xfrm>
            <a:off x="285579" y="5558367"/>
            <a:ext cx="741406" cy="741406"/>
          </a:xfrm>
          <a:prstGeom prst="ellips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dirty="0">
                <a:solidFill>
                  <a:schemeClr val="accent4"/>
                </a:solidFill>
                <a:latin typeface="+mj-lt"/>
              </a:rPr>
              <a:t>5</a:t>
            </a:r>
            <a:endParaRPr lang="en-US" sz="24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3072" name="CasellaDiTesto 3071">
            <a:extLst>
              <a:ext uri="{FF2B5EF4-FFF2-40B4-BE49-F238E27FC236}">
                <a16:creationId xmlns:a16="http://schemas.microsoft.com/office/drawing/2014/main" id="{62951B33-6C0A-2468-812D-2015ACE2191D}"/>
              </a:ext>
            </a:extLst>
          </p:cNvPr>
          <p:cNvSpPr txBox="1"/>
          <p:nvPr/>
        </p:nvSpPr>
        <p:spPr>
          <a:xfrm>
            <a:off x="1062683" y="5698237"/>
            <a:ext cx="12768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200" b="1" dirty="0">
                <a:solidFill>
                  <a:schemeClr val="bg1"/>
                </a:solidFill>
              </a:rPr>
              <a:t>lorem ipsum dolor sit amet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3074" name="Rettangolo con angoli arrotondati 3073">
            <a:extLst>
              <a:ext uri="{FF2B5EF4-FFF2-40B4-BE49-F238E27FC236}">
                <a16:creationId xmlns:a16="http://schemas.microsoft.com/office/drawing/2014/main" id="{788F8E6A-A910-195B-4F58-90DA04B9FCF5}"/>
              </a:ext>
            </a:extLst>
          </p:cNvPr>
          <p:cNvSpPr/>
          <p:nvPr/>
        </p:nvSpPr>
        <p:spPr>
          <a:xfrm>
            <a:off x="2755181" y="345332"/>
            <a:ext cx="2093909" cy="861951"/>
          </a:xfrm>
          <a:prstGeom prst="roundRect">
            <a:avLst/>
          </a:prstGeom>
          <a:solidFill>
            <a:schemeClr val="bg1"/>
          </a:solidFill>
          <a:ln w="63500" cmpd="dbl">
            <a:solidFill>
              <a:schemeClr val="accent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>
                <a:solidFill>
                  <a:schemeClr val="accent4"/>
                </a:solidFill>
                <a:latin typeface="+mj-lt"/>
              </a:rPr>
              <a:t>Column</a:t>
            </a:r>
            <a:r>
              <a:rPr lang="it-IT" dirty="0">
                <a:solidFill>
                  <a:schemeClr val="accent4"/>
                </a:solidFill>
                <a:latin typeface="+mj-lt"/>
              </a:rPr>
              <a:t> 1</a:t>
            </a:r>
            <a:endParaRPr lang="en-US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3075" name="Rettangolo con angoli arrotondati 3074">
            <a:extLst>
              <a:ext uri="{FF2B5EF4-FFF2-40B4-BE49-F238E27FC236}">
                <a16:creationId xmlns:a16="http://schemas.microsoft.com/office/drawing/2014/main" id="{F7FF0E06-6064-FAC0-2439-8E1019C1244C}"/>
              </a:ext>
            </a:extLst>
          </p:cNvPr>
          <p:cNvSpPr/>
          <p:nvPr/>
        </p:nvSpPr>
        <p:spPr>
          <a:xfrm>
            <a:off x="5049045" y="345332"/>
            <a:ext cx="2093909" cy="861951"/>
          </a:xfrm>
          <a:prstGeom prst="roundRect">
            <a:avLst/>
          </a:prstGeom>
          <a:solidFill>
            <a:schemeClr val="bg1"/>
          </a:solidFill>
          <a:ln w="63500" cmpd="dbl">
            <a:solidFill>
              <a:schemeClr val="accent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>
                <a:solidFill>
                  <a:schemeClr val="accent4"/>
                </a:solidFill>
                <a:latin typeface="+mj-lt"/>
              </a:rPr>
              <a:t>Column</a:t>
            </a:r>
            <a:r>
              <a:rPr lang="it-IT" dirty="0">
                <a:solidFill>
                  <a:schemeClr val="accent4"/>
                </a:solidFill>
                <a:latin typeface="+mj-lt"/>
              </a:rPr>
              <a:t> 2</a:t>
            </a:r>
            <a:endParaRPr lang="en-US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3076" name="Rettangolo con angoli arrotondati 3075">
            <a:extLst>
              <a:ext uri="{FF2B5EF4-FFF2-40B4-BE49-F238E27FC236}">
                <a16:creationId xmlns:a16="http://schemas.microsoft.com/office/drawing/2014/main" id="{9B959CE0-2898-C8A1-1322-CEE11FE9EBDE}"/>
              </a:ext>
            </a:extLst>
          </p:cNvPr>
          <p:cNvSpPr/>
          <p:nvPr/>
        </p:nvSpPr>
        <p:spPr>
          <a:xfrm>
            <a:off x="7342910" y="345332"/>
            <a:ext cx="2022764" cy="861951"/>
          </a:xfrm>
          <a:prstGeom prst="roundRect">
            <a:avLst/>
          </a:prstGeom>
          <a:solidFill>
            <a:schemeClr val="bg1"/>
          </a:solidFill>
          <a:ln w="63500" cmpd="dbl">
            <a:solidFill>
              <a:schemeClr val="accent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>
                <a:solidFill>
                  <a:schemeClr val="accent4"/>
                </a:solidFill>
                <a:latin typeface="+mj-lt"/>
              </a:rPr>
              <a:t>Column</a:t>
            </a:r>
            <a:r>
              <a:rPr lang="it-IT" dirty="0">
                <a:solidFill>
                  <a:schemeClr val="accent4"/>
                </a:solidFill>
                <a:latin typeface="+mj-lt"/>
              </a:rPr>
              <a:t> 3</a:t>
            </a:r>
            <a:endParaRPr lang="en-US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3077" name="Rettangolo con angoli arrotondati 3076">
            <a:extLst>
              <a:ext uri="{FF2B5EF4-FFF2-40B4-BE49-F238E27FC236}">
                <a16:creationId xmlns:a16="http://schemas.microsoft.com/office/drawing/2014/main" id="{26C640D8-18BE-E147-B3C2-98A3300BE41F}"/>
              </a:ext>
            </a:extLst>
          </p:cNvPr>
          <p:cNvSpPr/>
          <p:nvPr/>
        </p:nvSpPr>
        <p:spPr>
          <a:xfrm>
            <a:off x="9565630" y="345332"/>
            <a:ext cx="2022764" cy="861951"/>
          </a:xfrm>
          <a:prstGeom prst="roundRect">
            <a:avLst/>
          </a:prstGeom>
          <a:solidFill>
            <a:schemeClr val="bg1"/>
          </a:solidFill>
          <a:ln w="63500" cmpd="dbl">
            <a:solidFill>
              <a:schemeClr val="accent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>
                <a:solidFill>
                  <a:schemeClr val="accent4"/>
                </a:solidFill>
                <a:latin typeface="+mj-lt"/>
              </a:rPr>
              <a:t>Column</a:t>
            </a:r>
            <a:r>
              <a:rPr lang="it-IT" dirty="0">
                <a:solidFill>
                  <a:schemeClr val="accent4"/>
                </a:solidFill>
                <a:latin typeface="+mj-lt"/>
              </a:rPr>
              <a:t> 4</a:t>
            </a:r>
            <a:endParaRPr lang="en-US" dirty="0">
              <a:solidFill>
                <a:schemeClr val="accent4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038357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3DCE0FBE-DD9B-B0D1-6437-A45C0D8233DB}"/>
              </a:ext>
            </a:extLst>
          </p:cNvPr>
          <p:cNvSpPr txBox="1"/>
          <p:nvPr/>
        </p:nvSpPr>
        <p:spPr>
          <a:xfrm>
            <a:off x="2350525" y="395362"/>
            <a:ext cx="74909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2"/>
                </a:solidFill>
                <a:latin typeface="+mj-lt"/>
              </a:rPr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8636623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613B2279-8F4B-58FB-1B63-1B4A7F2ACE73}"/>
              </a:ext>
            </a:extLst>
          </p:cNvPr>
          <p:cNvSpPr txBox="1"/>
          <p:nvPr/>
        </p:nvSpPr>
        <p:spPr>
          <a:xfrm>
            <a:off x="2350525" y="395362"/>
            <a:ext cx="74909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accent4"/>
                </a:solidFill>
                <a:latin typeface="+mj-lt"/>
              </a:rPr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7057735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E2715117-46CC-EAA8-7466-C9563D4A8C67}"/>
              </a:ext>
            </a:extLst>
          </p:cNvPr>
          <p:cNvSpPr txBox="1"/>
          <p:nvPr/>
        </p:nvSpPr>
        <p:spPr>
          <a:xfrm>
            <a:off x="2350525" y="5957962"/>
            <a:ext cx="74909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2"/>
                </a:solidFill>
                <a:latin typeface="+mj-lt"/>
              </a:rPr>
              <a:t>Timeline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25299E43-E6D6-BAB2-B6FB-A5FB54944C4A}"/>
              </a:ext>
            </a:extLst>
          </p:cNvPr>
          <p:cNvSpPr txBox="1"/>
          <p:nvPr/>
        </p:nvSpPr>
        <p:spPr>
          <a:xfrm>
            <a:off x="390245" y="1576894"/>
            <a:ext cx="25399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0000"/>
              </a:lnSpc>
              <a:buFont typeface="+mj-lt"/>
              <a:buNone/>
            </a:pPr>
            <a:r>
              <a:rPr lang="en-US" sz="2000" b="1" dirty="0">
                <a:solidFill>
                  <a:schemeClr val="bg2"/>
                </a:solidFill>
                <a:latin typeface="+mj-lt"/>
              </a:rPr>
              <a:t>Topic</a:t>
            </a:r>
            <a:endParaRPr lang="en-US" sz="1600" b="1" dirty="0">
              <a:solidFill>
                <a:schemeClr val="bg2"/>
              </a:solidFill>
              <a:latin typeface="+mj-lt"/>
            </a:endParaRPr>
          </a:p>
          <a:p>
            <a:pPr marL="0" indent="0" algn="ctr">
              <a:lnSpc>
                <a:spcPct val="100000"/>
              </a:lnSpc>
              <a:buFont typeface="+mj-lt"/>
              <a:buNone/>
            </a:pPr>
            <a:r>
              <a:rPr lang="en-US" sz="1600" dirty="0">
                <a:solidFill>
                  <a:schemeClr val="bg2"/>
                </a:solidFill>
                <a:latin typeface="+mn-lt"/>
              </a:rPr>
              <a:t>Description </a:t>
            </a:r>
            <a:r>
              <a:rPr lang="en-US" sz="1600" dirty="0" err="1">
                <a:solidFill>
                  <a:schemeClr val="bg2"/>
                </a:solidFill>
                <a:latin typeface="+mn-lt"/>
              </a:rPr>
              <a:t>description</a:t>
            </a:r>
            <a:endParaRPr lang="en-US" sz="16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0F93144-BF17-B335-4E19-9A337AE69513}"/>
              </a:ext>
            </a:extLst>
          </p:cNvPr>
          <p:cNvSpPr txBox="1"/>
          <p:nvPr/>
        </p:nvSpPr>
        <p:spPr>
          <a:xfrm>
            <a:off x="4890529" y="1576894"/>
            <a:ext cx="25399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0000"/>
              </a:lnSpc>
              <a:buFont typeface="+mj-lt"/>
              <a:buNone/>
            </a:pPr>
            <a:r>
              <a:rPr lang="en-US" sz="2000" b="1" dirty="0">
                <a:solidFill>
                  <a:schemeClr val="bg2"/>
                </a:solidFill>
                <a:latin typeface="+mj-lt"/>
              </a:rPr>
              <a:t>Topic</a:t>
            </a:r>
            <a:endParaRPr lang="en-US" sz="1600" b="1" dirty="0">
              <a:solidFill>
                <a:schemeClr val="bg2"/>
              </a:solidFill>
              <a:latin typeface="+mj-lt"/>
            </a:endParaRPr>
          </a:p>
          <a:p>
            <a:pPr marL="0" indent="0" algn="ctr">
              <a:lnSpc>
                <a:spcPct val="100000"/>
              </a:lnSpc>
              <a:buFont typeface="+mj-lt"/>
              <a:buNone/>
            </a:pPr>
            <a:r>
              <a:rPr lang="en-US" sz="1600" dirty="0">
                <a:solidFill>
                  <a:schemeClr val="bg2"/>
                </a:solidFill>
                <a:latin typeface="+mn-lt"/>
              </a:rPr>
              <a:t>Description </a:t>
            </a:r>
            <a:r>
              <a:rPr lang="en-US" sz="1600" dirty="0" err="1">
                <a:solidFill>
                  <a:schemeClr val="bg2"/>
                </a:solidFill>
                <a:latin typeface="+mn-lt"/>
              </a:rPr>
              <a:t>description</a:t>
            </a:r>
            <a:endParaRPr lang="en-US" sz="16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4457FA87-ADD7-35E2-26FC-C4EFA1378FEB}"/>
              </a:ext>
            </a:extLst>
          </p:cNvPr>
          <p:cNvSpPr txBox="1"/>
          <p:nvPr/>
        </p:nvSpPr>
        <p:spPr>
          <a:xfrm>
            <a:off x="9392388" y="1576894"/>
            <a:ext cx="25399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0000"/>
              </a:lnSpc>
              <a:buFont typeface="+mj-lt"/>
              <a:buNone/>
            </a:pPr>
            <a:r>
              <a:rPr lang="en-US" sz="2000" b="1" dirty="0">
                <a:solidFill>
                  <a:schemeClr val="bg2"/>
                </a:solidFill>
                <a:latin typeface="+mj-lt"/>
              </a:rPr>
              <a:t>Topic</a:t>
            </a:r>
            <a:endParaRPr lang="en-US" sz="1600" b="1" dirty="0">
              <a:solidFill>
                <a:schemeClr val="bg2"/>
              </a:solidFill>
              <a:latin typeface="+mj-lt"/>
            </a:endParaRPr>
          </a:p>
          <a:p>
            <a:pPr marL="0" indent="0" algn="ctr">
              <a:lnSpc>
                <a:spcPct val="100000"/>
              </a:lnSpc>
              <a:buFont typeface="+mj-lt"/>
              <a:buNone/>
            </a:pPr>
            <a:r>
              <a:rPr lang="en-US" sz="1600" dirty="0">
                <a:solidFill>
                  <a:schemeClr val="bg2"/>
                </a:solidFill>
                <a:latin typeface="+mn-lt"/>
              </a:rPr>
              <a:t>Description </a:t>
            </a:r>
            <a:r>
              <a:rPr lang="en-US" sz="1600" dirty="0" err="1">
                <a:solidFill>
                  <a:schemeClr val="bg2"/>
                </a:solidFill>
                <a:latin typeface="+mn-lt"/>
              </a:rPr>
              <a:t>description</a:t>
            </a:r>
            <a:endParaRPr lang="en-US" sz="16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BF4896E-A7A5-2F8A-55F1-1F96FE970163}"/>
              </a:ext>
            </a:extLst>
          </p:cNvPr>
          <p:cNvSpPr txBox="1"/>
          <p:nvPr/>
        </p:nvSpPr>
        <p:spPr>
          <a:xfrm>
            <a:off x="2609118" y="4972010"/>
            <a:ext cx="25399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0000"/>
              </a:lnSpc>
              <a:buFont typeface="+mj-lt"/>
              <a:buNone/>
            </a:pPr>
            <a:r>
              <a:rPr lang="en-US" sz="2000" b="1" dirty="0">
                <a:solidFill>
                  <a:schemeClr val="bg2"/>
                </a:solidFill>
                <a:latin typeface="+mj-lt"/>
              </a:rPr>
              <a:t>Topic</a:t>
            </a:r>
            <a:endParaRPr lang="en-US" sz="1600" b="1" dirty="0">
              <a:solidFill>
                <a:schemeClr val="bg2"/>
              </a:solidFill>
              <a:latin typeface="+mj-lt"/>
            </a:endParaRPr>
          </a:p>
          <a:p>
            <a:pPr marL="0" indent="0" algn="ctr">
              <a:lnSpc>
                <a:spcPct val="100000"/>
              </a:lnSpc>
              <a:buFont typeface="+mj-lt"/>
              <a:buNone/>
            </a:pPr>
            <a:r>
              <a:rPr lang="en-US" sz="1600" dirty="0">
                <a:solidFill>
                  <a:schemeClr val="bg2"/>
                </a:solidFill>
                <a:latin typeface="+mn-lt"/>
              </a:rPr>
              <a:t>Description </a:t>
            </a:r>
            <a:r>
              <a:rPr lang="en-US" sz="1600" dirty="0" err="1">
                <a:solidFill>
                  <a:schemeClr val="bg2"/>
                </a:solidFill>
                <a:latin typeface="+mn-lt"/>
              </a:rPr>
              <a:t>description</a:t>
            </a:r>
            <a:endParaRPr lang="en-US" sz="16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A60D4B7-10DA-4B4F-15F8-E25F6CF6E07E}"/>
              </a:ext>
            </a:extLst>
          </p:cNvPr>
          <p:cNvSpPr txBox="1"/>
          <p:nvPr/>
        </p:nvSpPr>
        <p:spPr>
          <a:xfrm>
            <a:off x="7132583" y="4972010"/>
            <a:ext cx="25399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0000"/>
              </a:lnSpc>
              <a:buFont typeface="+mj-lt"/>
              <a:buNone/>
            </a:pPr>
            <a:r>
              <a:rPr lang="en-US" sz="2000" b="1" dirty="0">
                <a:solidFill>
                  <a:schemeClr val="bg2"/>
                </a:solidFill>
                <a:latin typeface="+mj-lt"/>
              </a:rPr>
              <a:t>Topic</a:t>
            </a:r>
            <a:endParaRPr lang="en-US" sz="1600" b="1" dirty="0">
              <a:solidFill>
                <a:schemeClr val="bg2"/>
              </a:solidFill>
              <a:latin typeface="+mj-lt"/>
            </a:endParaRPr>
          </a:p>
          <a:p>
            <a:pPr marL="0" indent="0" algn="ctr">
              <a:lnSpc>
                <a:spcPct val="100000"/>
              </a:lnSpc>
              <a:buFont typeface="+mj-lt"/>
              <a:buNone/>
            </a:pPr>
            <a:r>
              <a:rPr lang="en-US" sz="1600" dirty="0">
                <a:solidFill>
                  <a:schemeClr val="bg2"/>
                </a:solidFill>
                <a:latin typeface="+mn-lt"/>
              </a:rPr>
              <a:t>Description </a:t>
            </a:r>
            <a:r>
              <a:rPr lang="en-US" sz="1600" dirty="0" err="1">
                <a:solidFill>
                  <a:schemeClr val="bg2"/>
                </a:solidFill>
                <a:latin typeface="+mn-lt"/>
              </a:rPr>
              <a:t>description</a:t>
            </a:r>
            <a:endParaRPr lang="en-US" sz="1600" dirty="0">
              <a:solidFill>
                <a:schemeClr val="bg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346059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477D3AA7-CBF3-BAC2-B985-9BD9347F1EB5}"/>
              </a:ext>
            </a:extLst>
          </p:cNvPr>
          <p:cNvSpPr txBox="1"/>
          <p:nvPr/>
        </p:nvSpPr>
        <p:spPr>
          <a:xfrm>
            <a:off x="390245" y="1576894"/>
            <a:ext cx="25399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0000"/>
              </a:lnSpc>
              <a:buFont typeface="+mj-lt"/>
              <a:buNone/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Topic</a:t>
            </a:r>
            <a:endParaRPr lang="en-US" sz="1600" b="1" dirty="0">
              <a:solidFill>
                <a:schemeClr val="tx1"/>
              </a:solidFill>
              <a:latin typeface="+mj-lt"/>
            </a:endParaRPr>
          </a:p>
          <a:p>
            <a:pPr marL="0" indent="0" algn="ctr">
              <a:lnSpc>
                <a:spcPct val="100000"/>
              </a:lnSpc>
              <a:buFont typeface="+mj-lt"/>
              <a:buNone/>
            </a:pPr>
            <a:r>
              <a:rPr lang="en-US" sz="1600" dirty="0">
                <a:solidFill>
                  <a:schemeClr val="tx1"/>
                </a:solidFill>
                <a:latin typeface="+mn-lt"/>
              </a:rPr>
              <a:t>Description </a:t>
            </a:r>
            <a:r>
              <a:rPr lang="en-US" sz="1600" dirty="0" err="1">
                <a:solidFill>
                  <a:schemeClr val="tx1"/>
                </a:solidFill>
                <a:latin typeface="+mn-lt"/>
              </a:rPr>
              <a:t>description</a:t>
            </a:r>
            <a:endParaRPr lang="en-US" sz="16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2F41BF46-78B3-2860-8876-8ADEEE6BA7BA}"/>
              </a:ext>
            </a:extLst>
          </p:cNvPr>
          <p:cNvSpPr txBox="1"/>
          <p:nvPr/>
        </p:nvSpPr>
        <p:spPr>
          <a:xfrm>
            <a:off x="4890529" y="1576894"/>
            <a:ext cx="25399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0000"/>
              </a:lnSpc>
              <a:buFont typeface="+mj-lt"/>
              <a:buNone/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Topic</a:t>
            </a:r>
            <a:endParaRPr lang="en-US" sz="1600" b="1" dirty="0">
              <a:solidFill>
                <a:schemeClr val="tx1"/>
              </a:solidFill>
              <a:latin typeface="+mj-lt"/>
            </a:endParaRPr>
          </a:p>
          <a:p>
            <a:pPr marL="0" indent="0" algn="ctr">
              <a:lnSpc>
                <a:spcPct val="100000"/>
              </a:lnSpc>
              <a:buFont typeface="+mj-lt"/>
              <a:buNone/>
            </a:pPr>
            <a:r>
              <a:rPr lang="en-US" sz="1600" dirty="0">
                <a:solidFill>
                  <a:schemeClr val="tx1"/>
                </a:solidFill>
                <a:latin typeface="+mn-lt"/>
              </a:rPr>
              <a:t>Description </a:t>
            </a:r>
            <a:r>
              <a:rPr lang="en-US" sz="1600" dirty="0" err="1">
                <a:solidFill>
                  <a:schemeClr val="tx1"/>
                </a:solidFill>
                <a:latin typeface="+mn-lt"/>
              </a:rPr>
              <a:t>description</a:t>
            </a:r>
            <a:endParaRPr lang="en-US" sz="16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BBFE65F-EC41-49D9-6E0C-72540E956C04}"/>
              </a:ext>
            </a:extLst>
          </p:cNvPr>
          <p:cNvSpPr txBox="1"/>
          <p:nvPr/>
        </p:nvSpPr>
        <p:spPr>
          <a:xfrm>
            <a:off x="9392388" y="1576894"/>
            <a:ext cx="25399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0000"/>
              </a:lnSpc>
              <a:buFont typeface="+mj-lt"/>
              <a:buNone/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Topic</a:t>
            </a:r>
            <a:endParaRPr lang="en-US" sz="1600" b="1" dirty="0">
              <a:solidFill>
                <a:schemeClr val="tx1"/>
              </a:solidFill>
              <a:latin typeface="+mj-lt"/>
            </a:endParaRPr>
          </a:p>
          <a:p>
            <a:pPr marL="0" indent="0" algn="ctr">
              <a:lnSpc>
                <a:spcPct val="100000"/>
              </a:lnSpc>
              <a:buFont typeface="+mj-lt"/>
              <a:buNone/>
            </a:pPr>
            <a:r>
              <a:rPr lang="en-US" sz="1600" dirty="0">
                <a:solidFill>
                  <a:schemeClr val="tx1"/>
                </a:solidFill>
                <a:latin typeface="+mn-lt"/>
              </a:rPr>
              <a:t>Description </a:t>
            </a:r>
            <a:r>
              <a:rPr lang="en-US" sz="1600" dirty="0" err="1">
                <a:solidFill>
                  <a:schemeClr val="tx1"/>
                </a:solidFill>
                <a:latin typeface="+mn-lt"/>
              </a:rPr>
              <a:t>description</a:t>
            </a:r>
            <a:endParaRPr lang="en-US" sz="16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CC3FE0A9-DB9A-434E-BE1A-B959B3D5D847}"/>
              </a:ext>
            </a:extLst>
          </p:cNvPr>
          <p:cNvSpPr txBox="1"/>
          <p:nvPr/>
        </p:nvSpPr>
        <p:spPr>
          <a:xfrm>
            <a:off x="2609118" y="4972010"/>
            <a:ext cx="25399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0000"/>
              </a:lnSpc>
              <a:buFont typeface="+mj-lt"/>
              <a:buNone/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Topic</a:t>
            </a:r>
            <a:endParaRPr lang="en-US" sz="1600" b="1" dirty="0">
              <a:solidFill>
                <a:schemeClr val="tx1"/>
              </a:solidFill>
              <a:latin typeface="+mj-lt"/>
            </a:endParaRPr>
          </a:p>
          <a:p>
            <a:pPr marL="0" indent="0" algn="ctr">
              <a:lnSpc>
                <a:spcPct val="100000"/>
              </a:lnSpc>
              <a:buFont typeface="+mj-lt"/>
              <a:buNone/>
            </a:pPr>
            <a:r>
              <a:rPr lang="en-US" sz="1600" dirty="0">
                <a:solidFill>
                  <a:schemeClr val="tx1"/>
                </a:solidFill>
                <a:latin typeface="+mn-lt"/>
              </a:rPr>
              <a:t>Description </a:t>
            </a:r>
            <a:r>
              <a:rPr lang="en-US" sz="1600" dirty="0" err="1">
                <a:solidFill>
                  <a:schemeClr val="tx1"/>
                </a:solidFill>
                <a:latin typeface="+mn-lt"/>
              </a:rPr>
              <a:t>description</a:t>
            </a:r>
            <a:endParaRPr lang="en-US" sz="16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92C943EE-1CEB-A52B-86AB-7710ED6E5072}"/>
              </a:ext>
            </a:extLst>
          </p:cNvPr>
          <p:cNvSpPr txBox="1"/>
          <p:nvPr/>
        </p:nvSpPr>
        <p:spPr>
          <a:xfrm>
            <a:off x="7132583" y="4972010"/>
            <a:ext cx="25399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0000"/>
              </a:lnSpc>
              <a:buFont typeface="+mj-lt"/>
              <a:buNone/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Topic</a:t>
            </a:r>
            <a:endParaRPr lang="en-US" sz="1600" b="1" dirty="0">
              <a:solidFill>
                <a:schemeClr val="tx1"/>
              </a:solidFill>
              <a:latin typeface="+mj-lt"/>
            </a:endParaRPr>
          </a:p>
          <a:p>
            <a:pPr marL="0" indent="0" algn="ctr">
              <a:lnSpc>
                <a:spcPct val="100000"/>
              </a:lnSpc>
              <a:buFont typeface="+mj-lt"/>
              <a:buNone/>
            </a:pPr>
            <a:r>
              <a:rPr lang="en-US" sz="1600" dirty="0">
                <a:solidFill>
                  <a:schemeClr val="tx1"/>
                </a:solidFill>
                <a:latin typeface="+mn-lt"/>
              </a:rPr>
              <a:t>Description </a:t>
            </a:r>
            <a:r>
              <a:rPr lang="en-US" sz="1600" dirty="0" err="1">
                <a:solidFill>
                  <a:schemeClr val="tx1"/>
                </a:solidFill>
                <a:latin typeface="+mn-lt"/>
              </a:rPr>
              <a:t>description</a:t>
            </a:r>
            <a:endParaRPr lang="en-US" sz="16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CD44B4B-5EC1-6254-6DC0-F36643B1D67F}"/>
              </a:ext>
            </a:extLst>
          </p:cNvPr>
          <p:cNvSpPr txBox="1"/>
          <p:nvPr/>
        </p:nvSpPr>
        <p:spPr>
          <a:xfrm>
            <a:off x="2350525" y="5967487"/>
            <a:ext cx="74909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+mj-lt"/>
              </a:rPr>
              <a:t>Timeline</a:t>
            </a:r>
          </a:p>
        </p:txBody>
      </p:sp>
    </p:spTree>
    <p:extLst>
      <p:ext uri="{BB962C8B-B14F-4D97-AF65-F5344CB8AC3E}">
        <p14:creationId xmlns:p14="http://schemas.microsoft.com/office/powerpoint/2010/main" val="28465349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C3DCF61E-3FAB-FCA0-0940-0520242A1E84}"/>
              </a:ext>
            </a:extLst>
          </p:cNvPr>
          <p:cNvSpPr txBox="1"/>
          <p:nvPr/>
        </p:nvSpPr>
        <p:spPr>
          <a:xfrm>
            <a:off x="2415051" y="395362"/>
            <a:ext cx="74909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2"/>
                </a:solidFill>
                <a:latin typeface="+mj-lt"/>
              </a:rPr>
              <a:t>Cards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0D9E093-A529-F209-8B96-846812CBDACC}"/>
              </a:ext>
            </a:extLst>
          </p:cNvPr>
          <p:cNvSpPr txBox="1"/>
          <p:nvPr/>
        </p:nvSpPr>
        <p:spPr>
          <a:xfrm>
            <a:off x="979051" y="2965869"/>
            <a:ext cx="182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  <a:latin typeface="+mj-lt"/>
              </a:rPr>
              <a:t>Title 1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E933D081-C87B-F21A-5702-F407A4D10108}"/>
              </a:ext>
            </a:extLst>
          </p:cNvPr>
          <p:cNvSpPr txBox="1"/>
          <p:nvPr/>
        </p:nvSpPr>
        <p:spPr>
          <a:xfrm>
            <a:off x="979051" y="2585994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spc="0" dirty="0">
                <a:latin typeface="+mn-lt"/>
              </a:rPr>
              <a:t>appendix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8DE920FA-298C-ED8F-38BA-D3CBB8EF8444}"/>
              </a:ext>
            </a:extLst>
          </p:cNvPr>
          <p:cNvSpPr txBox="1"/>
          <p:nvPr/>
        </p:nvSpPr>
        <p:spPr>
          <a:xfrm>
            <a:off x="979051" y="3652418"/>
            <a:ext cx="1828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spc="0" dirty="0">
                <a:latin typeface="+mn-lt"/>
              </a:rPr>
              <a:t>Lorem ipsum dolor sit </a:t>
            </a:r>
            <a:r>
              <a:rPr lang="en-US" sz="1400" spc="0" dirty="0" err="1">
                <a:latin typeface="+mn-lt"/>
              </a:rPr>
              <a:t>amet</a:t>
            </a:r>
            <a:r>
              <a:rPr lang="en-US" sz="1400" spc="0" dirty="0">
                <a:latin typeface="+mn-lt"/>
              </a:rPr>
              <a:t>, </a:t>
            </a:r>
            <a:r>
              <a:rPr lang="en-US" sz="1400" spc="0" dirty="0" err="1">
                <a:latin typeface="+mn-lt"/>
              </a:rPr>
              <a:t>consectetur</a:t>
            </a:r>
            <a:r>
              <a:rPr lang="en-US" sz="1400" spc="0" dirty="0">
                <a:latin typeface="+mn-lt"/>
              </a:rPr>
              <a:t> </a:t>
            </a:r>
            <a:r>
              <a:rPr lang="en-US" sz="1400" spc="0" dirty="0" err="1">
                <a:latin typeface="+mn-lt"/>
              </a:rPr>
              <a:t>adipiscing</a:t>
            </a:r>
            <a:r>
              <a:rPr lang="en-US" sz="1400" spc="0" dirty="0">
                <a:latin typeface="+mn-lt"/>
              </a:rPr>
              <a:t> </a:t>
            </a:r>
            <a:r>
              <a:rPr lang="en-US" sz="1400" spc="0" dirty="0" err="1">
                <a:latin typeface="+mn-lt"/>
              </a:rPr>
              <a:t>elit</a:t>
            </a:r>
            <a:r>
              <a:rPr lang="en-US" sz="1400" spc="0" dirty="0">
                <a:latin typeface="+mn-lt"/>
              </a:rPr>
              <a:t>, sed do </a:t>
            </a:r>
            <a:r>
              <a:rPr lang="en-US" sz="1400" spc="0" dirty="0" err="1">
                <a:latin typeface="+mn-lt"/>
              </a:rPr>
              <a:t>eiusmod</a:t>
            </a:r>
            <a:r>
              <a:rPr lang="en-US" sz="1400" spc="0" dirty="0">
                <a:latin typeface="+mn-lt"/>
              </a:rPr>
              <a:t> </a:t>
            </a:r>
            <a:r>
              <a:rPr lang="en-US" sz="1400" spc="0" dirty="0" err="1">
                <a:latin typeface="+mn-lt"/>
              </a:rPr>
              <a:t>tempor</a:t>
            </a:r>
            <a:r>
              <a:rPr lang="en-US" sz="1400" spc="0" dirty="0">
                <a:latin typeface="+mn-lt"/>
              </a:rPr>
              <a:t> </a:t>
            </a:r>
            <a:r>
              <a:rPr lang="en-US" sz="1400" spc="0" dirty="0" err="1">
                <a:latin typeface="+mn-lt"/>
              </a:rPr>
              <a:t>incididunt</a:t>
            </a:r>
            <a:r>
              <a:rPr lang="en-US" sz="1400" spc="0" dirty="0">
                <a:latin typeface="+mn-lt"/>
              </a:rPr>
              <a:t> </a:t>
            </a:r>
            <a:r>
              <a:rPr lang="en-US" sz="1400" spc="0" dirty="0" err="1">
                <a:latin typeface="+mn-lt"/>
              </a:rPr>
              <a:t>ut</a:t>
            </a:r>
            <a:r>
              <a:rPr lang="en-US" sz="1400" spc="0" dirty="0">
                <a:latin typeface="+mn-lt"/>
              </a:rPr>
              <a:t> labore et dolore magna </a:t>
            </a:r>
            <a:r>
              <a:rPr lang="en-US" sz="1400" spc="0" dirty="0" err="1">
                <a:latin typeface="+mn-lt"/>
              </a:rPr>
              <a:t>aliqua</a:t>
            </a:r>
            <a:r>
              <a:rPr lang="en-US" sz="1400" spc="0" dirty="0">
                <a:latin typeface="+mn-lt"/>
              </a:rPr>
              <a:t>.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40ED6610-C7AD-065F-B75A-C7C31A4A271E}"/>
              </a:ext>
            </a:extLst>
          </p:cNvPr>
          <p:cNvSpPr txBox="1"/>
          <p:nvPr/>
        </p:nvSpPr>
        <p:spPr>
          <a:xfrm>
            <a:off x="3786903" y="2965869"/>
            <a:ext cx="182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  <a:latin typeface="+mj-lt"/>
              </a:rPr>
              <a:t>Title 2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BE753E86-CE4A-E49D-DB55-4F0B0D18F2AE}"/>
              </a:ext>
            </a:extLst>
          </p:cNvPr>
          <p:cNvSpPr txBox="1"/>
          <p:nvPr/>
        </p:nvSpPr>
        <p:spPr>
          <a:xfrm>
            <a:off x="3786903" y="2585994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spc="0" dirty="0">
                <a:latin typeface="+mn-lt"/>
              </a:rPr>
              <a:t>appendix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98CBEF79-FE03-213F-7266-061E53E3BE36}"/>
              </a:ext>
            </a:extLst>
          </p:cNvPr>
          <p:cNvSpPr txBox="1"/>
          <p:nvPr/>
        </p:nvSpPr>
        <p:spPr>
          <a:xfrm>
            <a:off x="3786903" y="3652418"/>
            <a:ext cx="1828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spc="0" dirty="0">
                <a:latin typeface="+mn-lt"/>
              </a:rPr>
              <a:t>Lorem ipsum dolor sit </a:t>
            </a:r>
            <a:r>
              <a:rPr lang="en-US" sz="1400" spc="0" dirty="0" err="1">
                <a:latin typeface="+mn-lt"/>
              </a:rPr>
              <a:t>amet</a:t>
            </a:r>
            <a:r>
              <a:rPr lang="en-US" sz="1400" spc="0" dirty="0">
                <a:latin typeface="+mn-lt"/>
              </a:rPr>
              <a:t>, </a:t>
            </a:r>
            <a:r>
              <a:rPr lang="en-US" sz="1400" spc="0" dirty="0" err="1">
                <a:latin typeface="+mn-lt"/>
              </a:rPr>
              <a:t>consectetur</a:t>
            </a:r>
            <a:r>
              <a:rPr lang="en-US" sz="1400" spc="0" dirty="0">
                <a:latin typeface="+mn-lt"/>
              </a:rPr>
              <a:t> </a:t>
            </a:r>
            <a:r>
              <a:rPr lang="en-US" sz="1400" spc="0" dirty="0" err="1">
                <a:latin typeface="+mn-lt"/>
              </a:rPr>
              <a:t>adipiscing</a:t>
            </a:r>
            <a:r>
              <a:rPr lang="en-US" sz="1400" spc="0" dirty="0">
                <a:latin typeface="+mn-lt"/>
              </a:rPr>
              <a:t> </a:t>
            </a:r>
            <a:r>
              <a:rPr lang="en-US" sz="1400" spc="0" dirty="0" err="1">
                <a:latin typeface="+mn-lt"/>
              </a:rPr>
              <a:t>elit</a:t>
            </a:r>
            <a:r>
              <a:rPr lang="en-US" sz="1400" spc="0" dirty="0">
                <a:latin typeface="+mn-lt"/>
              </a:rPr>
              <a:t>, sed do </a:t>
            </a:r>
            <a:r>
              <a:rPr lang="en-US" sz="1400" spc="0" dirty="0" err="1">
                <a:latin typeface="+mn-lt"/>
              </a:rPr>
              <a:t>eiusmod</a:t>
            </a:r>
            <a:r>
              <a:rPr lang="en-US" sz="1400" spc="0" dirty="0">
                <a:latin typeface="+mn-lt"/>
              </a:rPr>
              <a:t> </a:t>
            </a:r>
            <a:r>
              <a:rPr lang="en-US" sz="1400" spc="0" dirty="0" err="1">
                <a:latin typeface="+mn-lt"/>
              </a:rPr>
              <a:t>tempor</a:t>
            </a:r>
            <a:r>
              <a:rPr lang="en-US" sz="1400" spc="0" dirty="0">
                <a:latin typeface="+mn-lt"/>
              </a:rPr>
              <a:t> </a:t>
            </a:r>
            <a:r>
              <a:rPr lang="en-US" sz="1400" spc="0" dirty="0" err="1">
                <a:latin typeface="+mn-lt"/>
              </a:rPr>
              <a:t>incididunt</a:t>
            </a:r>
            <a:r>
              <a:rPr lang="en-US" sz="1400" spc="0" dirty="0">
                <a:latin typeface="+mn-lt"/>
              </a:rPr>
              <a:t> </a:t>
            </a:r>
            <a:r>
              <a:rPr lang="en-US" sz="1400" spc="0" dirty="0" err="1">
                <a:latin typeface="+mn-lt"/>
              </a:rPr>
              <a:t>ut</a:t>
            </a:r>
            <a:r>
              <a:rPr lang="en-US" sz="1400" spc="0" dirty="0">
                <a:latin typeface="+mn-lt"/>
              </a:rPr>
              <a:t> labore et dolore magna </a:t>
            </a:r>
            <a:r>
              <a:rPr lang="en-US" sz="1400" spc="0" dirty="0" err="1">
                <a:latin typeface="+mn-lt"/>
              </a:rPr>
              <a:t>aliqua</a:t>
            </a:r>
            <a:r>
              <a:rPr lang="en-US" sz="1400" spc="0" dirty="0">
                <a:latin typeface="+mn-lt"/>
              </a:rPr>
              <a:t>.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2D503305-1674-EE21-CB6B-F47C6BAFE833}"/>
              </a:ext>
            </a:extLst>
          </p:cNvPr>
          <p:cNvSpPr txBox="1"/>
          <p:nvPr/>
        </p:nvSpPr>
        <p:spPr>
          <a:xfrm>
            <a:off x="6605465" y="2965869"/>
            <a:ext cx="182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4"/>
                </a:solidFill>
                <a:latin typeface="+mj-lt"/>
              </a:rPr>
              <a:t>Title 3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61469DAC-7F01-11C5-0B4E-D8701E540D58}"/>
              </a:ext>
            </a:extLst>
          </p:cNvPr>
          <p:cNvSpPr txBox="1"/>
          <p:nvPr/>
        </p:nvSpPr>
        <p:spPr>
          <a:xfrm>
            <a:off x="6605465" y="2585994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spc="0" dirty="0">
                <a:solidFill>
                  <a:schemeClr val="accent4"/>
                </a:solidFill>
                <a:latin typeface="+mn-lt"/>
              </a:rPr>
              <a:t>appendix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E9BF5311-2A7D-2388-FC93-9A7D0A163DC9}"/>
              </a:ext>
            </a:extLst>
          </p:cNvPr>
          <p:cNvSpPr txBox="1"/>
          <p:nvPr/>
        </p:nvSpPr>
        <p:spPr>
          <a:xfrm>
            <a:off x="6605465" y="3652418"/>
            <a:ext cx="18288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spc="0" dirty="0">
                <a:solidFill>
                  <a:schemeClr val="accent4"/>
                </a:solidFill>
                <a:latin typeface="+mn-lt"/>
              </a:rPr>
              <a:t>Lorem ipsum dolor sit </a:t>
            </a:r>
            <a:r>
              <a:rPr lang="en-US" sz="1400" spc="0" dirty="0" err="1">
                <a:solidFill>
                  <a:schemeClr val="accent4"/>
                </a:solidFill>
                <a:latin typeface="+mn-lt"/>
              </a:rPr>
              <a:t>amet</a:t>
            </a:r>
            <a:r>
              <a:rPr lang="en-US" sz="1400" spc="0" dirty="0">
                <a:solidFill>
                  <a:schemeClr val="accent4"/>
                </a:solidFill>
                <a:latin typeface="+mn-lt"/>
              </a:rPr>
              <a:t>, </a:t>
            </a:r>
            <a:r>
              <a:rPr lang="en-US" sz="1400" spc="0" dirty="0" err="1">
                <a:solidFill>
                  <a:schemeClr val="accent4"/>
                </a:solidFill>
                <a:latin typeface="+mn-lt"/>
              </a:rPr>
              <a:t>consectetur</a:t>
            </a:r>
            <a:r>
              <a:rPr lang="en-US" sz="1400" spc="0" dirty="0">
                <a:solidFill>
                  <a:schemeClr val="accent4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accent4"/>
                </a:solidFill>
                <a:latin typeface="+mn-lt"/>
              </a:rPr>
              <a:t>adipiscing</a:t>
            </a:r>
            <a:r>
              <a:rPr lang="en-US" sz="1400" spc="0" dirty="0">
                <a:solidFill>
                  <a:schemeClr val="accent4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accent4"/>
                </a:solidFill>
                <a:latin typeface="+mn-lt"/>
              </a:rPr>
              <a:t>elit</a:t>
            </a:r>
            <a:r>
              <a:rPr lang="en-US" sz="1400" spc="0" dirty="0">
                <a:solidFill>
                  <a:schemeClr val="accent4"/>
                </a:solidFill>
                <a:latin typeface="+mn-lt"/>
              </a:rPr>
              <a:t>, sed do </a:t>
            </a:r>
            <a:r>
              <a:rPr lang="en-US" sz="1400" spc="0" dirty="0" err="1">
                <a:solidFill>
                  <a:schemeClr val="accent4"/>
                </a:solidFill>
                <a:latin typeface="+mn-lt"/>
              </a:rPr>
              <a:t>eiusmod</a:t>
            </a:r>
            <a:r>
              <a:rPr lang="en-US" sz="1400" spc="0" dirty="0">
                <a:solidFill>
                  <a:schemeClr val="accent4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accent4"/>
                </a:solidFill>
                <a:latin typeface="+mn-lt"/>
              </a:rPr>
              <a:t>tempor</a:t>
            </a:r>
            <a:r>
              <a:rPr lang="en-US" sz="1400" spc="0" dirty="0">
                <a:solidFill>
                  <a:schemeClr val="accent4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accent4"/>
                </a:solidFill>
                <a:latin typeface="+mn-lt"/>
              </a:rPr>
              <a:t>incididunt</a:t>
            </a:r>
            <a:r>
              <a:rPr lang="en-US" sz="1400" spc="0" dirty="0">
                <a:solidFill>
                  <a:schemeClr val="accent4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accent4"/>
                </a:solidFill>
                <a:latin typeface="+mn-lt"/>
              </a:rPr>
              <a:t>ut</a:t>
            </a:r>
            <a:r>
              <a:rPr lang="en-US" sz="1400" spc="0" dirty="0">
                <a:solidFill>
                  <a:schemeClr val="accent4"/>
                </a:solidFill>
                <a:latin typeface="+mn-lt"/>
              </a:rPr>
              <a:t> labore et dolore magna </a:t>
            </a:r>
            <a:r>
              <a:rPr lang="en-US" sz="1400" spc="0" dirty="0" err="1">
                <a:solidFill>
                  <a:schemeClr val="accent4"/>
                </a:solidFill>
                <a:latin typeface="+mn-lt"/>
              </a:rPr>
              <a:t>aliqua</a:t>
            </a:r>
            <a:r>
              <a:rPr lang="en-US" sz="1400" spc="0" dirty="0">
                <a:solidFill>
                  <a:schemeClr val="accent4"/>
                </a:solidFill>
                <a:latin typeface="+mn-lt"/>
              </a:rPr>
              <a:t>.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DF1A6432-3B16-ADE6-86C6-DC3B07EFAA99}"/>
              </a:ext>
            </a:extLst>
          </p:cNvPr>
          <p:cNvSpPr txBox="1"/>
          <p:nvPr/>
        </p:nvSpPr>
        <p:spPr>
          <a:xfrm>
            <a:off x="9384149" y="2965869"/>
            <a:ext cx="182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  <a:latin typeface="+mj-lt"/>
              </a:rPr>
              <a:t>Title 4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49BFC01F-E458-0645-64CA-D87E21DD5275}"/>
              </a:ext>
            </a:extLst>
          </p:cNvPr>
          <p:cNvSpPr txBox="1"/>
          <p:nvPr/>
        </p:nvSpPr>
        <p:spPr>
          <a:xfrm>
            <a:off x="9384149" y="2585994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spc="0" dirty="0">
                <a:latin typeface="+mn-lt"/>
              </a:rPr>
              <a:t>appendix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A8931F90-12DF-15FB-C0F6-C2D2451E6E94}"/>
              </a:ext>
            </a:extLst>
          </p:cNvPr>
          <p:cNvSpPr txBox="1"/>
          <p:nvPr/>
        </p:nvSpPr>
        <p:spPr>
          <a:xfrm>
            <a:off x="9384149" y="3652418"/>
            <a:ext cx="1828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spc="0" dirty="0">
                <a:latin typeface="+mn-lt"/>
              </a:rPr>
              <a:t>Lorem ipsum dolor sit </a:t>
            </a:r>
            <a:r>
              <a:rPr lang="en-US" sz="1400" spc="0" dirty="0" err="1">
                <a:latin typeface="+mn-lt"/>
              </a:rPr>
              <a:t>amet</a:t>
            </a:r>
            <a:r>
              <a:rPr lang="en-US" sz="1400" spc="0" dirty="0">
                <a:latin typeface="+mn-lt"/>
              </a:rPr>
              <a:t>, </a:t>
            </a:r>
            <a:r>
              <a:rPr lang="en-US" sz="1400" spc="0" dirty="0" err="1">
                <a:latin typeface="+mn-lt"/>
              </a:rPr>
              <a:t>consectetur</a:t>
            </a:r>
            <a:r>
              <a:rPr lang="en-US" sz="1400" spc="0" dirty="0">
                <a:latin typeface="+mn-lt"/>
              </a:rPr>
              <a:t> </a:t>
            </a:r>
            <a:r>
              <a:rPr lang="en-US" sz="1400" spc="0" dirty="0" err="1">
                <a:latin typeface="+mn-lt"/>
              </a:rPr>
              <a:t>adipiscing</a:t>
            </a:r>
            <a:r>
              <a:rPr lang="en-US" sz="1400" spc="0" dirty="0">
                <a:latin typeface="+mn-lt"/>
              </a:rPr>
              <a:t> </a:t>
            </a:r>
            <a:r>
              <a:rPr lang="en-US" sz="1400" spc="0" dirty="0" err="1">
                <a:latin typeface="+mn-lt"/>
              </a:rPr>
              <a:t>elit</a:t>
            </a:r>
            <a:r>
              <a:rPr lang="en-US" sz="1400" spc="0" dirty="0">
                <a:latin typeface="+mn-lt"/>
              </a:rPr>
              <a:t>, sed do </a:t>
            </a:r>
            <a:r>
              <a:rPr lang="en-US" sz="1400" spc="0" dirty="0" err="1">
                <a:latin typeface="+mn-lt"/>
              </a:rPr>
              <a:t>eiusmod</a:t>
            </a:r>
            <a:r>
              <a:rPr lang="en-US" sz="1400" spc="0" dirty="0">
                <a:latin typeface="+mn-lt"/>
              </a:rPr>
              <a:t> </a:t>
            </a:r>
            <a:r>
              <a:rPr lang="en-US" sz="1400" spc="0" dirty="0" err="1">
                <a:latin typeface="+mn-lt"/>
              </a:rPr>
              <a:t>tempor</a:t>
            </a:r>
            <a:r>
              <a:rPr lang="en-US" sz="1400" spc="0" dirty="0">
                <a:latin typeface="+mn-lt"/>
              </a:rPr>
              <a:t> </a:t>
            </a:r>
            <a:r>
              <a:rPr lang="en-US" sz="1400" spc="0" dirty="0" err="1">
                <a:latin typeface="+mn-lt"/>
              </a:rPr>
              <a:t>incididunt</a:t>
            </a:r>
            <a:r>
              <a:rPr lang="en-US" sz="1400" spc="0" dirty="0">
                <a:latin typeface="+mn-lt"/>
              </a:rPr>
              <a:t> </a:t>
            </a:r>
            <a:r>
              <a:rPr lang="en-US" sz="1400" spc="0" dirty="0" err="1">
                <a:latin typeface="+mn-lt"/>
              </a:rPr>
              <a:t>ut</a:t>
            </a:r>
            <a:r>
              <a:rPr lang="en-US" sz="1400" spc="0" dirty="0">
                <a:latin typeface="+mn-lt"/>
              </a:rPr>
              <a:t> labore et dolore magna </a:t>
            </a:r>
            <a:r>
              <a:rPr lang="en-US" sz="1400" spc="0" dirty="0" err="1">
                <a:latin typeface="+mn-lt"/>
              </a:rPr>
              <a:t>aliqua</a:t>
            </a:r>
            <a:r>
              <a:rPr lang="en-US" sz="1400" spc="0" dirty="0">
                <a:latin typeface="+mn-lt"/>
              </a:rPr>
              <a:t>.</a:t>
            </a: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A18B6917-43F6-06B9-FF66-720F62592ED7}"/>
              </a:ext>
            </a:extLst>
          </p:cNvPr>
          <p:cNvSpPr txBox="1"/>
          <p:nvPr/>
        </p:nvSpPr>
        <p:spPr>
          <a:xfrm>
            <a:off x="3162719" y="1158672"/>
            <a:ext cx="5995614" cy="697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400" spc="0" dirty="0">
                <a:solidFill>
                  <a:schemeClr val="bg2"/>
                </a:solidFill>
                <a:latin typeface="+mn-lt"/>
              </a:rPr>
              <a:t>Lorem ipsum dolor sit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amet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,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consectetur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adipiscing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elit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, sed do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eiusmod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tempor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incididunt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ut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labore et dolore magna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aliqua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553660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08FD4DCE-E93A-4EB9-9F5A-135651C6C79D}"/>
              </a:ext>
            </a:extLst>
          </p:cNvPr>
          <p:cNvSpPr txBox="1"/>
          <p:nvPr/>
        </p:nvSpPr>
        <p:spPr>
          <a:xfrm>
            <a:off x="2415051" y="395362"/>
            <a:ext cx="74909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+mj-lt"/>
              </a:rPr>
              <a:t>Cards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9478E8A4-984C-E199-CF90-A0D0DE3A2E0D}"/>
              </a:ext>
            </a:extLst>
          </p:cNvPr>
          <p:cNvSpPr txBox="1"/>
          <p:nvPr/>
        </p:nvSpPr>
        <p:spPr>
          <a:xfrm>
            <a:off x="979051" y="2965869"/>
            <a:ext cx="182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2"/>
                </a:solidFill>
                <a:latin typeface="+mj-lt"/>
              </a:rPr>
              <a:t>Title 1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465026A3-948C-210A-5240-2E1A2D94BF2E}"/>
              </a:ext>
            </a:extLst>
          </p:cNvPr>
          <p:cNvSpPr txBox="1"/>
          <p:nvPr/>
        </p:nvSpPr>
        <p:spPr>
          <a:xfrm>
            <a:off x="979051" y="2585994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spc="0" dirty="0">
                <a:solidFill>
                  <a:schemeClr val="accent6"/>
                </a:solidFill>
                <a:latin typeface="+mn-lt"/>
              </a:rPr>
              <a:t>appendix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0F409A4E-E50E-B882-9431-A3239E85557B}"/>
              </a:ext>
            </a:extLst>
          </p:cNvPr>
          <p:cNvSpPr txBox="1"/>
          <p:nvPr/>
        </p:nvSpPr>
        <p:spPr>
          <a:xfrm>
            <a:off x="979051" y="3652418"/>
            <a:ext cx="1828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spc="0" dirty="0">
                <a:solidFill>
                  <a:schemeClr val="bg2"/>
                </a:solidFill>
                <a:latin typeface="+mn-lt"/>
              </a:rPr>
              <a:t>Lorem ipsum dolor sit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amet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,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consectetur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adipiscing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elit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, sed do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eiusmod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tempor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incididunt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ut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labore et dolore magna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aliqua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.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956C8034-6614-CC17-3E8D-F2605BA4E201}"/>
              </a:ext>
            </a:extLst>
          </p:cNvPr>
          <p:cNvSpPr txBox="1"/>
          <p:nvPr/>
        </p:nvSpPr>
        <p:spPr>
          <a:xfrm>
            <a:off x="3786903" y="2965869"/>
            <a:ext cx="182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2"/>
                </a:solidFill>
                <a:latin typeface="+mj-lt"/>
              </a:rPr>
              <a:t>Title 2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885C8526-C2F7-5360-4AF7-14DD22073977}"/>
              </a:ext>
            </a:extLst>
          </p:cNvPr>
          <p:cNvSpPr txBox="1"/>
          <p:nvPr/>
        </p:nvSpPr>
        <p:spPr>
          <a:xfrm>
            <a:off x="3786903" y="2585994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spc="0" dirty="0">
                <a:solidFill>
                  <a:schemeClr val="accent6"/>
                </a:solidFill>
                <a:latin typeface="+mn-lt"/>
              </a:rPr>
              <a:t>appendix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7465CD62-6F09-7AF0-EF04-1AE2F91E7067}"/>
              </a:ext>
            </a:extLst>
          </p:cNvPr>
          <p:cNvSpPr txBox="1"/>
          <p:nvPr/>
        </p:nvSpPr>
        <p:spPr>
          <a:xfrm>
            <a:off x="3786903" y="3652418"/>
            <a:ext cx="1828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spc="0" dirty="0">
                <a:solidFill>
                  <a:schemeClr val="bg2"/>
                </a:solidFill>
                <a:latin typeface="+mn-lt"/>
              </a:rPr>
              <a:t>Lorem ipsum dolor sit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amet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,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consectetur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adipiscing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elit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, sed do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eiusmod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tempor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incididunt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ut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labore et dolore magna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aliqua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.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CA5C6EAD-3703-0342-6203-7B4BAA14DA7C}"/>
              </a:ext>
            </a:extLst>
          </p:cNvPr>
          <p:cNvSpPr txBox="1"/>
          <p:nvPr/>
        </p:nvSpPr>
        <p:spPr>
          <a:xfrm>
            <a:off x="6605465" y="2965869"/>
            <a:ext cx="182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+mj-lt"/>
              </a:rPr>
              <a:t>Title 3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AE88A684-3EA4-10D4-67AF-6342F596B985}"/>
              </a:ext>
            </a:extLst>
          </p:cNvPr>
          <p:cNvSpPr txBox="1"/>
          <p:nvPr/>
        </p:nvSpPr>
        <p:spPr>
          <a:xfrm>
            <a:off x="6605465" y="2585994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spc="0" dirty="0">
                <a:solidFill>
                  <a:schemeClr val="tx1"/>
                </a:solidFill>
                <a:latin typeface="+mn-lt"/>
              </a:rPr>
              <a:t>appendix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74E7654B-E855-D4AD-7DBA-A73206C08AB7}"/>
              </a:ext>
            </a:extLst>
          </p:cNvPr>
          <p:cNvSpPr txBox="1"/>
          <p:nvPr/>
        </p:nvSpPr>
        <p:spPr>
          <a:xfrm>
            <a:off x="6605465" y="3652418"/>
            <a:ext cx="1828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spc="0" dirty="0">
                <a:latin typeface="+mn-lt"/>
              </a:rPr>
              <a:t>Lorem ipsum dolor sit </a:t>
            </a:r>
            <a:r>
              <a:rPr lang="en-US" sz="1400" spc="0" dirty="0" err="1">
                <a:latin typeface="+mn-lt"/>
              </a:rPr>
              <a:t>amet</a:t>
            </a:r>
            <a:r>
              <a:rPr lang="en-US" sz="1400" spc="0" dirty="0">
                <a:latin typeface="+mn-lt"/>
              </a:rPr>
              <a:t>, </a:t>
            </a:r>
            <a:r>
              <a:rPr lang="en-US" sz="1400" spc="0" dirty="0" err="1">
                <a:latin typeface="+mn-lt"/>
              </a:rPr>
              <a:t>consectetur</a:t>
            </a:r>
            <a:r>
              <a:rPr lang="en-US" sz="1400" spc="0" dirty="0">
                <a:latin typeface="+mn-lt"/>
              </a:rPr>
              <a:t> </a:t>
            </a:r>
            <a:r>
              <a:rPr lang="en-US" sz="1400" spc="0" dirty="0" err="1">
                <a:latin typeface="+mn-lt"/>
              </a:rPr>
              <a:t>adipiscing</a:t>
            </a:r>
            <a:r>
              <a:rPr lang="en-US" sz="1400" spc="0" dirty="0">
                <a:latin typeface="+mn-lt"/>
              </a:rPr>
              <a:t> </a:t>
            </a:r>
            <a:r>
              <a:rPr lang="en-US" sz="1400" spc="0" dirty="0" err="1">
                <a:latin typeface="+mn-lt"/>
              </a:rPr>
              <a:t>elit</a:t>
            </a:r>
            <a:r>
              <a:rPr lang="en-US" sz="1400" spc="0" dirty="0">
                <a:latin typeface="+mn-lt"/>
              </a:rPr>
              <a:t>, sed do </a:t>
            </a:r>
            <a:r>
              <a:rPr lang="en-US" sz="1400" spc="0" dirty="0" err="1">
                <a:latin typeface="+mn-lt"/>
              </a:rPr>
              <a:t>eiusmod</a:t>
            </a:r>
            <a:r>
              <a:rPr lang="en-US" sz="1400" spc="0" dirty="0">
                <a:latin typeface="+mn-lt"/>
              </a:rPr>
              <a:t> </a:t>
            </a:r>
            <a:r>
              <a:rPr lang="en-US" sz="1400" spc="0" dirty="0" err="1">
                <a:latin typeface="+mn-lt"/>
              </a:rPr>
              <a:t>tempor</a:t>
            </a:r>
            <a:r>
              <a:rPr lang="en-US" sz="1400" spc="0" dirty="0">
                <a:latin typeface="+mn-lt"/>
              </a:rPr>
              <a:t> </a:t>
            </a:r>
            <a:r>
              <a:rPr lang="en-US" sz="1400" spc="0" dirty="0" err="1">
                <a:latin typeface="+mn-lt"/>
              </a:rPr>
              <a:t>incididunt</a:t>
            </a:r>
            <a:r>
              <a:rPr lang="en-US" sz="1400" spc="0" dirty="0">
                <a:latin typeface="+mn-lt"/>
              </a:rPr>
              <a:t> </a:t>
            </a:r>
            <a:r>
              <a:rPr lang="en-US" sz="1400" spc="0" dirty="0" err="1">
                <a:latin typeface="+mn-lt"/>
              </a:rPr>
              <a:t>ut</a:t>
            </a:r>
            <a:r>
              <a:rPr lang="en-US" sz="1400" spc="0" dirty="0">
                <a:latin typeface="+mn-lt"/>
              </a:rPr>
              <a:t> labore et dolore magna </a:t>
            </a:r>
            <a:r>
              <a:rPr lang="en-US" sz="1400" spc="0" dirty="0" err="1">
                <a:latin typeface="+mn-lt"/>
              </a:rPr>
              <a:t>aliqua</a:t>
            </a:r>
            <a:r>
              <a:rPr lang="en-US" sz="1400" spc="0" dirty="0">
                <a:latin typeface="+mn-lt"/>
              </a:rPr>
              <a:t>.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833FAD04-E5CB-F15E-21FC-CE9C2752EB68}"/>
              </a:ext>
            </a:extLst>
          </p:cNvPr>
          <p:cNvSpPr txBox="1"/>
          <p:nvPr/>
        </p:nvSpPr>
        <p:spPr>
          <a:xfrm>
            <a:off x="9384149" y="2965869"/>
            <a:ext cx="182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2"/>
                </a:solidFill>
                <a:latin typeface="+mj-lt"/>
              </a:rPr>
              <a:t>Title 4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3CFBB962-E052-E721-CDD0-A4631525012E}"/>
              </a:ext>
            </a:extLst>
          </p:cNvPr>
          <p:cNvSpPr txBox="1"/>
          <p:nvPr/>
        </p:nvSpPr>
        <p:spPr>
          <a:xfrm>
            <a:off x="9384149" y="2585994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spc="0" dirty="0">
                <a:solidFill>
                  <a:schemeClr val="accent6"/>
                </a:solidFill>
                <a:latin typeface="+mn-lt"/>
              </a:rPr>
              <a:t>appendix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B241411D-0CB4-4F27-2FEF-03C0BBE8D71A}"/>
              </a:ext>
            </a:extLst>
          </p:cNvPr>
          <p:cNvSpPr txBox="1"/>
          <p:nvPr/>
        </p:nvSpPr>
        <p:spPr>
          <a:xfrm>
            <a:off x="9384149" y="3652418"/>
            <a:ext cx="1828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spc="0" dirty="0">
                <a:solidFill>
                  <a:schemeClr val="bg2"/>
                </a:solidFill>
                <a:latin typeface="+mn-lt"/>
              </a:rPr>
              <a:t>Lorem ipsum dolor sit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amet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,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consectetur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adipiscing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elit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, sed do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eiusmod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tempor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incididunt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ut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labore et dolore magna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aliqua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.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98CA718A-F377-1B01-6DAF-37D6D9516B18}"/>
              </a:ext>
            </a:extLst>
          </p:cNvPr>
          <p:cNvSpPr txBox="1"/>
          <p:nvPr/>
        </p:nvSpPr>
        <p:spPr>
          <a:xfrm>
            <a:off x="3162719" y="1158672"/>
            <a:ext cx="59956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spc="0" dirty="0">
                <a:solidFill>
                  <a:schemeClr val="accent1"/>
                </a:solidFill>
                <a:latin typeface="+mn-lt"/>
              </a:rPr>
              <a:t>Lorem ipsum dolor sit </a:t>
            </a:r>
            <a:r>
              <a:rPr lang="en-US" sz="1400" spc="0" dirty="0" err="1">
                <a:solidFill>
                  <a:schemeClr val="accent1"/>
                </a:solidFill>
                <a:latin typeface="+mn-lt"/>
              </a:rPr>
              <a:t>amet</a:t>
            </a:r>
            <a:r>
              <a:rPr lang="en-US" sz="1400" spc="0" dirty="0">
                <a:solidFill>
                  <a:schemeClr val="accent1"/>
                </a:solidFill>
                <a:latin typeface="+mn-lt"/>
              </a:rPr>
              <a:t>, </a:t>
            </a:r>
            <a:r>
              <a:rPr lang="en-US" sz="1400" spc="0" dirty="0" err="1">
                <a:solidFill>
                  <a:schemeClr val="accent1"/>
                </a:solidFill>
                <a:latin typeface="+mn-lt"/>
              </a:rPr>
              <a:t>consectetur</a:t>
            </a:r>
            <a:r>
              <a:rPr lang="en-US" sz="1400" spc="0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accent1"/>
                </a:solidFill>
                <a:latin typeface="+mn-lt"/>
              </a:rPr>
              <a:t>adipiscing</a:t>
            </a:r>
            <a:r>
              <a:rPr lang="en-US" sz="1400" spc="0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accent1"/>
                </a:solidFill>
                <a:latin typeface="+mn-lt"/>
              </a:rPr>
              <a:t>elit</a:t>
            </a:r>
            <a:r>
              <a:rPr lang="en-US" sz="1400" spc="0" dirty="0">
                <a:solidFill>
                  <a:schemeClr val="accent1"/>
                </a:solidFill>
                <a:latin typeface="+mn-lt"/>
              </a:rPr>
              <a:t>, sed do </a:t>
            </a:r>
            <a:r>
              <a:rPr lang="en-US" sz="1400" spc="0" dirty="0" err="1">
                <a:solidFill>
                  <a:schemeClr val="accent1"/>
                </a:solidFill>
                <a:latin typeface="+mn-lt"/>
              </a:rPr>
              <a:t>eiusmod</a:t>
            </a:r>
            <a:r>
              <a:rPr lang="en-US" sz="1400" spc="0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accent1"/>
                </a:solidFill>
                <a:latin typeface="+mn-lt"/>
              </a:rPr>
              <a:t>tempor</a:t>
            </a:r>
            <a:r>
              <a:rPr lang="en-US" sz="1400" spc="0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accent1"/>
                </a:solidFill>
                <a:latin typeface="+mn-lt"/>
              </a:rPr>
              <a:t>incididunt</a:t>
            </a:r>
            <a:r>
              <a:rPr lang="en-US" sz="1400" spc="0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accent1"/>
                </a:solidFill>
                <a:latin typeface="+mn-lt"/>
              </a:rPr>
              <a:t>ut</a:t>
            </a:r>
            <a:r>
              <a:rPr lang="en-US" sz="1400" spc="0" dirty="0">
                <a:solidFill>
                  <a:schemeClr val="accent1"/>
                </a:solidFill>
                <a:latin typeface="+mn-lt"/>
              </a:rPr>
              <a:t> labore et dolore magna </a:t>
            </a:r>
            <a:r>
              <a:rPr lang="en-US" sz="1400" spc="0" dirty="0" err="1">
                <a:solidFill>
                  <a:schemeClr val="accent1"/>
                </a:solidFill>
                <a:latin typeface="+mn-lt"/>
              </a:rPr>
              <a:t>aliqua</a:t>
            </a:r>
            <a:r>
              <a:rPr lang="en-US" sz="1400" spc="0" dirty="0">
                <a:solidFill>
                  <a:schemeClr val="accent1"/>
                </a:solidFill>
                <a:latin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140216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F8355-38FB-B483-2270-506DAEFD8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E7E9C659-B272-C604-3C70-C1987D5F085B}"/>
              </a:ext>
            </a:extLst>
          </p:cNvPr>
          <p:cNvSpPr txBox="1"/>
          <p:nvPr/>
        </p:nvSpPr>
        <p:spPr>
          <a:xfrm>
            <a:off x="2415051" y="395362"/>
            <a:ext cx="74909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+mj-lt"/>
              </a:rPr>
              <a:t>Cards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5C9E8DA7-A6C5-1249-E820-EB3FEEB0E962}"/>
              </a:ext>
            </a:extLst>
          </p:cNvPr>
          <p:cNvSpPr txBox="1"/>
          <p:nvPr/>
        </p:nvSpPr>
        <p:spPr>
          <a:xfrm>
            <a:off x="979051" y="2965869"/>
            <a:ext cx="182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2"/>
                </a:solidFill>
                <a:latin typeface="+mj-lt"/>
              </a:rPr>
              <a:t>Title 1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5E35F39A-EFC5-5746-CDA4-C121D5AD5B15}"/>
              </a:ext>
            </a:extLst>
          </p:cNvPr>
          <p:cNvSpPr txBox="1"/>
          <p:nvPr/>
        </p:nvSpPr>
        <p:spPr>
          <a:xfrm>
            <a:off x="979051" y="2585994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spc="0" dirty="0">
                <a:solidFill>
                  <a:schemeClr val="accent6"/>
                </a:solidFill>
                <a:latin typeface="+mn-lt"/>
              </a:rPr>
              <a:t>appendix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ED300D5F-7425-10CC-7706-D9B70395C547}"/>
              </a:ext>
            </a:extLst>
          </p:cNvPr>
          <p:cNvSpPr txBox="1"/>
          <p:nvPr/>
        </p:nvSpPr>
        <p:spPr>
          <a:xfrm>
            <a:off x="979051" y="3652418"/>
            <a:ext cx="1828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spc="0" dirty="0">
                <a:solidFill>
                  <a:schemeClr val="bg2"/>
                </a:solidFill>
                <a:latin typeface="+mn-lt"/>
              </a:rPr>
              <a:t>Lorem ipsum dolor sit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amet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,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consectetur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adipiscing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elit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, sed do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eiusmod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tempor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incididunt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ut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labore et dolore magna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aliqua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.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FB5A82EE-AA6F-E32B-F7FF-87E6EFFE8B69}"/>
              </a:ext>
            </a:extLst>
          </p:cNvPr>
          <p:cNvSpPr txBox="1"/>
          <p:nvPr/>
        </p:nvSpPr>
        <p:spPr>
          <a:xfrm>
            <a:off x="3786903" y="2965869"/>
            <a:ext cx="182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2"/>
                </a:solidFill>
                <a:latin typeface="+mj-lt"/>
              </a:rPr>
              <a:t>Title 2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526D75C-641D-400E-320D-EB4CF009BAF3}"/>
              </a:ext>
            </a:extLst>
          </p:cNvPr>
          <p:cNvSpPr txBox="1"/>
          <p:nvPr/>
        </p:nvSpPr>
        <p:spPr>
          <a:xfrm>
            <a:off x="3786903" y="2585994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spc="0" dirty="0">
                <a:solidFill>
                  <a:schemeClr val="accent6"/>
                </a:solidFill>
                <a:latin typeface="+mn-lt"/>
              </a:rPr>
              <a:t>appendix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92F5E342-3378-0108-14AD-DC691414CEE4}"/>
              </a:ext>
            </a:extLst>
          </p:cNvPr>
          <p:cNvSpPr txBox="1"/>
          <p:nvPr/>
        </p:nvSpPr>
        <p:spPr>
          <a:xfrm>
            <a:off x="3786903" y="3652418"/>
            <a:ext cx="1828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spc="0" dirty="0">
                <a:solidFill>
                  <a:schemeClr val="bg2"/>
                </a:solidFill>
                <a:latin typeface="+mn-lt"/>
              </a:rPr>
              <a:t>Lorem ipsum dolor sit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amet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,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consectetur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adipiscing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elit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, sed do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eiusmod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tempor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incididunt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ut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labore et dolore magna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aliqua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.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E70276E8-53E2-8B09-28E5-7B08C3A2C4EF}"/>
              </a:ext>
            </a:extLst>
          </p:cNvPr>
          <p:cNvSpPr txBox="1"/>
          <p:nvPr/>
        </p:nvSpPr>
        <p:spPr>
          <a:xfrm>
            <a:off x="6605465" y="2965869"/>
            <a:ext cx="182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+mj-lt"/>
              </a:rPr>
              <a:t>Title 3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3844E23B-C49B-881C-163C-DFFA01761BDF}"/>
              </a:ext>
            </a:extLst>
          </p:cNvPr>
          <p:cNvSpPr txBox="1"/>
          <p:nvPr/>
        </p:nvSpPr>
        <p:spPr>
          <a:xfrm>
            <a:off x="6605465" y="2585994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spc="0" dirty="0">
                <a:solidFill>
                  <a:schemeClr val="tx1"/>
                </a:solidFill>
                <a:latin typeface="+mn-lt"/>
              </a:rPr>
              <a:t>appendix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1BE53230-52D4-2283-5C9F-6590FB929BCC}"/>
              </a:ext>
            </a:extLst>
          </p:cNvPr>
          <p:cNvSpPr txBox="1"/>
          <p:nvPr/>
        </p:nvSpPr>
        <p:spPr>
          <a:xfrm>
            <a:off x="6605465" y="3652418"/>
            <a:ext cx="1828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spc="0" dirty="0">
                <a:latin typeface="+mn-lt"/>
              </a:rPr>
              <a:t>Lorem ipsum dolor sit </a:t>
            </a:r>
            <a:r>
              <a:rPr lang="en-US" sz="1400" spc="0" dirty="0" err="1">
                <a:latin typeface="+mn-lt"/>
              </a:rPr>
              <a:t>amet</a:t>
            </a:r>
            <a:r>
              <a:rPr lang="en-US" sz="1400" spc="0" dirty="0">
                <a:latin typeface="+mn-lt"/>
              </a:rPr>
              <a:t>, </a:t>
            </a:r>
            <a:r>
              <a:rPr lang="en-US" sz="1400" spc="0" dirty="0" err="1">
                <a:latin typeface="+mn-lt"/>
              </a:rPr>
              <a:t>consectetur</a:t>
            </a:r>
            <a:r>
              <a:rPr lang="en-US" sz="1400" spc="0" dirty="0">
                <a:latin typeface="+mn-lt"/>
              </a:rPr>
              <a:t> </a:t>
            </a:r>
            <a:r>
              <a:rPr lang="en-US" sz="1400" spc="0" dirty="0" err="1">
                <a:latin typeface="+mn-lt"/>
              </a:rPr>
              <a:t>adipiscing</a:t>
            </a:r>
            <a:r>
              <a:rPr lang="en-US" sz="1400" spc="0" dirty="0">
                <a:latin typeface="+mn-lt"/>
              </a:rPr>
              <a:t> </a:t>
            </a:r>
            <a:r>
              <a:rPr lang="en-US" sz="1400" spc="0" dirty="0" err="1">
                <a:latin typeface="+mn-lt"/>
              </a:rPr>
              <a:t>elit</a:t>
            </a:r>
            <a:r>
              <a:rPr lang="en-US" sz="1400" spc="0" dirty="0">
                <a:latin typeface="+mn-lt"/>
              </a:rPr>
              <a:t>, sed do </a:t>
            </a:r>
            <a:r>
              <a:rPr lang="en-US" sz="1400" spc="0" dirty="0" err="1">
                <a:latin typeface="+mn-lt"/>
              </a:rPr>
              <a:t>eiusmod</a:t>
            </a:r>
            <a:r>
              <a:rPr lang="en-US" sz="1400" spc="0" dirty="0">
                <a:latin typeface="+mn-lt"/>
              </a:rPr>
              <a:t> </a:t>
            </a:r>
            <a:r>
              <a:rPr lang="en-US" sz="1400" spc="0" dirty="0" err="1">
                <a:latin typeface="+mn-lt"/>
              </a:rPr>
              <a:t>tempor</a:t>
            </a:r>
            <a:r>
              <a:rPr lang="en-US" sz="1400" spc="0" dirty="0">
                <a:latin typeface="+mn-lt"/>
              </a:rPr>
              <a:t> </a:t>
            </a:r>
            <a:r>
              <a:rPr lang="en-US" sz="1400" spc="0" dirty="0" err="1">
                <a:latin typeface="+mn-lt"/>
              </a:rPr>
              <a:t>incididunt</a:t>
            </a:r>
            <a:r>
              <a:rPr lang="en-US" sz="1400" spc="0" dirty="0">
                <a:latin typeface="+mn-lt"/>
              </a:rPr>
              <a:t> </a:t>
            </a:r>
            <a:r>
              <a:rPr lang="en-US" sz="1400" spc="0" dirty="0" err="1">
                <a:latin typeface="+mn-lt"/>
              </a:rPr>
              <a:t>ut</a:t>
            </a:r>
            <a:r>
              <a:rPr lang="en-US" sz="1400" spc="0" dirty="0">
                <a:latin typeface="+mn-lt"/>
              </a:rPr>
              <a:t> labore et dolore magna </a:t>
            </a:r>
            <a:r>
              <a:rPr lang="en-US" sz="1400" spc="0" dirty="0" err="1">
                <a:latin typeface="+mn-lt"/>
              </a:rPr>
              <a:t>aliqua</a:t>
            </a:r>
            <a:r>
              <a:rPr lang="en-US" sz="1400" spc="0" dirty="0">
                <a:latin typeface="+mn-lt"/>
              </a:rPr>
              <a:t>.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2E32F119-4CCA-31FD-B1AE-E45F9E7A0F03}"/>
              </a:ext>
            </a:extLst>
          </p:cNvPr>
          <p:cNvSpPr txBox="1"/>
          <p:nvPr/>
        </p:nvSpPr>
        <p:spPr>
          <a:xfrm>
            <a:off x="9384149" y="2965869"/>
            <a:ext cx="182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2"/>
                </a:solidFill>
                <a:latin typeface="+mj-lt"/>
              </a:rPr>
              <a:t>Title 4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B0C396E5-7FF0-8BDF-A4F5-43AE190A65FA}"/>
              </a:ext>
            </a:extLst>
          </p:cNvPr>
          <p:cNvSpPr txBox="1"/>
          <p:nvPr/>
        </p:nvSpPr>
        <p:spPr>
          <a:xfrm>
            <a:off x="9384149" y="2585994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spc="0" dirty="0">
                <a:solidFill>
                  <a:schemeClr val="accent6"/>
                </a:solidFill>
                <a:latin typeface="+mn-lt"/>
              </a:rPr>
              <a:t>appendix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945A031D-7002-5288-8B94-CFFA63808682}"/>
              </a:ext>
            </a:extLst>
          </p:cNvPr>
          <p:cNvSpPr txBox="1"/>
          <p:nvPr/>
        </p:nvSpPr>
        <p:spPr>
          <a:xfrm>
            <a:off x="9384149" y="3652418"/>
            <a:ext cx="1828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spc="0" dirty="0">
                <a:solidFill>
                  <a:schemeClr val="bg2"/>
                </a:solidFill>
                <a:latin typeface="+mn-lt"/>
              </a:rPr>
              <a:t>Lorem ipsum dolor sit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amet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,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consectetur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adipiscing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elit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, sed do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eiusmod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tempor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incididunt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ut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 labore et dolore magna </a:t>
            </a:r>
            <a:r>
              <a:rPr lang="en-US" sz="1400" spc="0" dirty="0" err="1">
                <a:solidFill>
                  <a:schemeClr val="bg2"/>
                </a:solidFill>
                <a:latin typeface="+mn-lt"/>
              </a:rPr>
              <a:t>aliqua</a:t>
            </a:r>
            <a:r>
              <a:rPr lang="en-US" sz="1400" spc="0" dirty="0">
                <a:solidFill>
                  <a:schemeClr val="bg2"/>
                </a:solidFill>
                <a:latin typeface="+mn-lt"/>
              </a:rPr>
              <a:t>.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2C7E2C3E-9A8D-F068-48A6-206EFFD3045E}"/>
              </a:ext>
            </a:extLst>
          </p:cNvPr>
          <p:cNvSpPr txBox="1"/>
          <p:nvPr/>
        </p:nvSpPr>
        <p:spPr>
          <a:xfrm>
            <a:off x="3162719" y="1158672"/>
            <a:ext cx="59956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spc="0" dirty="0">
                <a:solidFill>
                  <a:schemeClr val="accent1"/>
                </a:solidFill>
                <a:latin typeface="+mn-lt"/>
              </a:rPr>
              <a:t>Lorem ipsum dolor sit </a:t>
            </a:r>
            <a:r>
              <a:rPr lang="en-US" sz="1400" spc="0" dirty="0" err="1">
                <a:solidFill>
                  <a:schemeClr val="accent1"/>
                </a:solidFill>
                <a:latin typeface="+mn-lt"/>
              </a:rPr>
              <a:t>amet</a:t>
            </a:r>
            <a:r>
              <a:rPr lang="en-US" sz="1400" spc="0" dirty="0">
                <a:solidFill>
                  <a:schemeClr val="accent1"/>
                </a:solidFill>
                <a:latin typeface="+mn-lt"/>
              </a:rPr>
              <a:t>, </a:t>
            </a:r>
            <a:r>
              <a:rPr lang="en-US" sz="1400" spc="0" dirty="0" err="1">
                <a:solidFill>
                  <a:schemeClr val="accent1"/>
                </a:solidFill>
                <a:latin typeface="+mn-lt"/>
              </a:rPr>
              <a:t>consectetur</a:t>
            </a:r>
            <a:r>
              <a:rPr lang="en-US" sz="1400" spc="0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accent1"/>
                </a:solidFill>
                <a:latin typeface="+mn-lt"/>
              </a:rPr>
              <a:t>adipiscing</a:t>
            </a:r>
            <a:r>
              <a:rPr lang="en-US" sz="1400" spc="0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accent1"/>
                </a:solidFill>
                <a:latin typeface="+mn-lt"/>
              </a:rPr>
              <a:t>elit</a:t>
            </a:r>
            <a:r>
              <a:rPr lang="en-US" sz="1400" spc="0" dirty="0">
                <a:solidFill>
                  <a:schemeClr val="accent1"/>
                </a:solidFill>
                <a:latin typeface="+mn-lt"/>
              </a:rPr>
              <a:t>, sed do </a:t>
            </a:r>
            <a:r>
              <a:rPr lang="en-US" sz="1400" spc="0" dirty="0" err="1">
                <a:solidFill>
                  <a:schemeClr val="accent1"/>
                </a:solidFill>
                <a:latin typeface="+mn-lt"/>
              </a:rPr>
              <a:t>eiusmod</a:t>
            </a:r>
            <a:r>
              <a:rPr lang="en-US" sz="1400" spc="0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accent1"/>
                </a:solidFill>
                <a:latin typeface="+mn-lt"/>
              </a:rPr>
              <a:t>tempor</a:t>
            </a:r>
            <a:r>
              <a:rPr lang="en-US" sz="1400" spc="0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accent1"/>
                </a:solidFill>
                <a:latin typeface="+mn-lt"/>
              </a:rPr>
              <a:t>incididunt</a:t>
            </a:r>
            <a:r>
              <a:rPr lang="en-US" sz="1400" spc="0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accent1"/>
                </a:solidFill>
                <a:latin typeface="+mn-lt"/>
              </a:rPr>
              <a:t>ut</a:t>
            </a:r>
            <a:r>
              <a:rPr lang="en-US" sz="1400" spc="0" dirty="0">
                <a:solidFill>
                  <a:schemeClr val="accent1"/>
                </a:solidFill>
                <a:latin typeface="+mn-lt"/>
              </a:rPr>
              <a:t> labore et dolore magna </a:t>
            </a:r>
            <a:r>
              <a:rPr lang="en-US" sz="1400" spc="0" dirty="0" err="1">
                <a:solidFill>
                  <a:schemeClr val="accent1"/>
                </a:solidFill>
                <a:latin typeface="+mn-lt"/>
              </a:rPr>
              <a:t>aliqua</a:t>
            </a:r>
            <a:r>
              <a:rPr lang="en-US" sz="1400" spc="0" dirty="0">
                <a:solidFill>
                  <a:schemeClr val="accent1"/>
                </a:solidFill>
                <a:latin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374106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C34B7-7775-B8F4-0570-CBF69DFB7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EF0AFAD0-3C73-DA17-65BA-D757CFA80333}"/>
              </a:ext>
            </a:extLst>
          </p:cNvPr>
          <p:cNvSpPr txBox="1"/>
          <p:nvPr/>
        </p:nvSpPr>
        <p:spPr>
          <a:xfrm>
            <a:off x="1756024" y="395362"/>
            <a:ext cx="52543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4"/>
                </a:solidFill>
                <a:latin typeface="+mj-lt"/>
              </a:rPr>
              <a:t>KPI tracker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C0C8BBA6-8DC7-ED38-D0ED-A31ED0088C67}"/>
              </a:ext>
            </a:extLst>
          </p:cNvPr>
          <p:cNvSpPr txBox="1"/>
          <p:nvPr/>
        </p:nvSpPr>
        <p:spPr>
          <a:xfrm>
            <a:off x="485422" y="1304122"/>
            <a:ext cx="56105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0" dirty="0">
                <a:solidFill>
                  <a:schemeClr val="accent1"/>
                </a:solidFill>
                <a:latin typeface="+mj-lt"/>
              </a:rPr>
              <a:t>Dissemination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3BD04863-A4D5-9629-0196-C56AD3195051}"/>
              </a:ext>
            </a:extLst>
          </p:cNvPr>
          <p:cNvSpPr txBox="1"/>
          <p:nvPr/>
        </p:nvSpPr>
        <p:spPr>
          <a:xfrm>
            <a:off x="5800725" y="395362"/>
            <a:ext cx="54369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000" b="1" dirty="0">
                <a:solidFill>
                  <a:schemeClr val="accent4"/>
                </a:solidFill>
                <a:latin typeface="+mj-lt"/>
              </a:rPr>
              <a:t>M00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576E565-326C-CEDC-E1C1-23CC3AEE5721}"/>
              </a:ext>
            </a:extLst>
          </p:cNvPr>
          <p:cNvSpPr txBox="1"/>
          <p:nvPr/>
        </p:nvSpPr>
        <p:spPr>
          <a:xfrm>
            <a:off x="7583833" y="1304122"/>
            <a:ext cx="16511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spc="0" dirty="0">
                <a:solidFill>
                  <a:schemeClr val="accent3"/>
                </a:solidFill>
                <a:latin typeface="+mj-lt"/>
              </a:rPr>
              <a:t>Current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CA711CB-AA11-1E39-B7B5-2CA405DE3A8A}"/>
              </a:ext>
            </a:extLst>
          </p:cNvPr>
          <p:cNvSpPr txBox="1"/>
          <p:nvPr/>
        </p:nvSpPr>
        <p:spPr>
          <a:xfrm>
            <a:off x="9741760" y="1304122"/>
            <a:ext cx="16511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spc="0" dirty="0">
                <a:solidFill>
                  <a:schemeClr val="accent3"/>
                </a:solidFill>
                <a:latin typeface="+mj-lt"/>
              </a:rPr>
              <a:t>Target</a:t>
            </a:r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256FE036-B98C-BDFB-1D03-2FC6EC7B7DB7}"/>
              </a:ext>
            </a:extLst>
          </p:cNvPr>
          <p:cNvSpPr/>
          <p:nvPr/>
        </p:nvSpPr>
        <p:spPr>
          <a:xfrm>
            <a:off x="9741759" y="1927436"/>
            <a:ext cx="1651170" cy="53001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>
                <a:latin typeface="+mj-lt"/>
              </a:rPr>
              <a:t>9999</a:t>
            </a:r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307ECB81-556F-6459-A5D1-A43908520A15}"/>
              </a:ext>
            </a:extLst>
          </p:cNvPr>
          <p:cNvSpPr/>
          <p:nvPr/>
        </p:nvSpPr>
        <p:spPr>
          <a:xfrm>
            <a:off x="466374" y="1927436"/>
            <a:ext cx="6629752" cy="530014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Lorem ipsum dolor sit </a:t>
            </a:r>
            <a:r>
              <a:rPr lang="en-US" dirty="0" err="1">
                <a:solidFill>
                  <a:schemeClr val="tx1"/>
                </a:solidFill>
              </a:rPr>
              <a:t>amet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consectetur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adipiscing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elit</a:t>
            </a:r>
            <a:endParaRPr lang="it-IT" sz="2000" dirty="0">
              <a:solidFill>
                <a:schemeClr val="tx1"/>
              </a:solidFill>
            </a:endParaRP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F0B0B7D9-E9D2-665D-62B7-476054CE5A68}"/>
              </a:ext>
            </a:extLst>
          </p:cNvPr>
          <p:cNvSpPr/>
          <p:nvPr/>
        </p:nvSpPr>
        <p:spPr>
          <a:xfrm>
            <a:off x="7583833" y="1927436"/>
            <a:ext cx="1651170" cy="530011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dirty="0">
                <a:solidFill>
                  <a:schemeClr val="tx1"/>
                </a:solidFill>
              </a:rPr>
              <a:t>0000</a:t>
            </a:r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0AC482D8-F685-207A-1CFD-2000E389E09D}"/>
              </a:ext>
            </a:extLst>
          </p:cNvPr>
          <p:cNvSpPr/>
          <p:nvPr/>
        </p:nvSpPr>
        <p:spPr>
          <a:xfrm>
            <a:off x="9741759" y="2731346"/>
            <a:ext cx="1651170" cy="53001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>
                <a:latin typeface="+mj-lt"/>
              </a:rPr>
              <a:t>9999</a:t>
            </a: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F33CCC6F-148D-BCFE-69B0-2E8D82AC1714}"/>
              </a:ext>
            </a:extLst>
          </p:cNvPr>
          <p:cNvSpPr/>
          <p:nvPr/>
        </p:nvSpPr>
        <p:spPr>
          <a:xfrm>
            <a:off x="466374" y="2731346"/>
            <a:ext cx="6629752" cy="530014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Lorem ipsum dolor sit </a:t>
            </a:r>
            <a:r>
              <a:rPr lang="en-US" dirty="0" err="1">
                <a:solidFill>
                  <a:schemeClr val="tx1"/>
                </a:solidFill>
              </a:rPr>
              <a:t>amet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consectetur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adipiscing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elit</a:t>
            </a:r>
            <a:endParaRPr lang="it-IT" sz="2000" dirty="0">
              <a:solidFill>
                <a:schemeClr val="tx1"/>
              </a:solidFill>
            </a:endParaRP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D265C07F-DEFD-6B05-2B1A-F04FA42F8949}"/>
              </a:ext>
            </a:extLst>
          </p:cNvPr>
          <p:cNvSpPr/>
          <p:nvPr/>
        </p:nvSpPr>
        <p:spPr>
          <a:xfrm>
            <a:off x="7583833" y="2731346"/>
            <a:ext cx="1651170" cy="530011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dirty="0">
                <a:solidFill>
                  <a:schemeClr val="tx1"/>
                </a:solidFill>
              </a:rPr>
              <a:t>0000</a:t>
            </a:r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FD4D0972-ECFC-99F7-6D8B-214F97FCD8E4}"/>
              </a:ext>
            </a:extLst>
          </p:cNvPr>
          <p:cNvSpPr/>
          <p:nvPr/>
        </p:nvSpPr>
        <p:spPr>
          <a:xfrm>
            <a:off x="9741759" y="3535256"/>
            <a:ext cx="1651170" cy="53001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>
                <a:latin typeface="+mj-lt"/>
              </a:rPr>
              <a:t>9999</a:t>
            </a:r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FE5B5E7F-9777-C840-A375-B5516F00B7A8}"/>
              </a:ext>
            </a:extLst>
          </p:cNvPr>
          <p:cNvSpPr/>
          <p:nvPr/>
        </p:nvSpPr>
        <p:spPr>
          <a:xfrm>
            <a:off x="466374" y="3535256"/>
            <a:ext cx="6629752" cy="530014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Lorem ipsum dolor sit </a:t>
            </a:r>
            <a:r>
              <a:rPr lang="en-US" dirty="0" err="1">
                <a:solidFill>
                  <a:schemeClr val="tx1"/>
                </a:solidFill>
              </a:rPr>
              <a:t>amet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consectetur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adipiscing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elit</a:t>
            </a:r>
            <a:endParaRPr lang="it-IT" sz="2000" dirty="0">
              <a:solidFill>
                <a:schemeClr val="tx1"/>
              </a:solidFill>
            </a:endParaRPr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FEA1AC36-F8DC-7B6B-2E66-CAA3DFD95662}"/>
              </a:ext>
            </a:extLst>
          </p:cNvPr>
          <p:cNvSpPr/>
          <p:nvPr/>
        </p:nvSpPr>
        <p:spPr>
          <a:xfrm>
            <a:off x="7583833" y="3535256"/>
            <a:ext cx="1651170" cy="530011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dirty="0">
                <a:solidFill>
                  <a:schemeClr val="tx1"/>
                </a:solidFill>
              </a:rPr>
              <a:t>0000</a:t>
            </a:r>
          </a:p>
        </p:txBody>
      </p:sp>
      <p:sp>
        <p:nvSpPr>
          <p:cNvPr id="18" name="Rettangolo con angoli arrotondati 17">
            <a:extLst>
              <a:ext uri="{FF2B5EF4-FFF2-40B4-BE49-F238E27FC236}">
                <a16:creationId xmlns:a16="http://schemas.microsoft.com/office/drawing/2014/main" id="{6DC07641-3C51-92F1-D9A5-1D31FB3AB70C}"/>
              </a:ext>
            </a:extLst>
          </p:cNvPr>
          <p:cNvSpPr/>
          <p:nvPr/>
        </p:nvSpPr>
        <p:spPr>
          <a:xfrm>
            <a:off x="9741759" y="4339166"/>
            <a:ext cx="1651170" cy="53001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>
                <a:latin typeface="+mj-lt"/>
              </a:rPr>
              <a:t>9999</a:t>
            </a:r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58DA9013-E912-ACD0-1CA9-F098202E1E7C}"/>
              </a:ext>
            </a:extLst>
          </p:cNvPr>
          <p:cNvSpPr/>
          <p:nvPr/>
        </p:nvSpPr>
        <p:spPr>
          <a:xfrm>
            <a:off x="466374" y="4339166"/>
            <a:ext cx="6629752" cy="530014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Lorem ipsum dolor sit </a:t>
            </a:r>
            <a:r>
              <a:rPr lang="en-US" dirty="0" err="1">
                <a:solidFill>
                  <a:schemeClr val="tx1"/>
                </a:solidFill>
              </a:rPr>
              <a:t>amet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consectetur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adipiscing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elit</a:t>
            </a:r>
            <a:endParaRPr lang="it-IT" sz="2000" dirty="0">
              <a:solidFill>
                <a:schemeClr val="tx1"/>
              </a:solidFill>
            </a:endParaRPr>
          </a:p>
        </p:txBody>
      </p: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B687A1B7-574F-036B-B970-05B85CB054CF}"/>
              </a:ext>
            </a:extLst>
          </p:cNvPr>
          <p:cNvSpPr/>
          <p:nvPr/>
        </p:nvSpPr>
        <p:spPr>
          <a:xfrm>
            <a:off x="7583833" y="4339166"/>
            <a:ext cx="1651170" cy="530011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dirty="0">
                <a:solidFill>
                  <a:schemeClr val="tx1"/>
                </a:solidFill>
              </a:rPr>
              <a:t>0000</a:t>
            </a:r>
          </a:p>
        </p:txBody>
      </p:sp>
      <p:sp>
        <p:nvSpPr>
          <p:cNvPr id="21" name="Rettangolo con angoli arrotondati 20">
            <a:extLst>
              <a:ext uri="{FF2B5EF4-FFF2-40B4-BE49-F238E27FC236}">
                <a16:creationId xmlns:a16="http://schemas.microsoft.com/office/drawing/2014/main" id="{31B0D584-F85C-5B8A-2D3C-98EFE5FB9111}"/>
              </a:ext>
            </a:extLst>
          </p:cNvPr>
          <p:cNvSpPr/>
          <p:nvPr/>
        </p:nvSpPr>
        <p:spPr>
          <a:xfrm>
            <a:off x="9741759" y="5143076"/>
            <a:ext cx="1651170" cy="53001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>
                <a:latin typeface="+mj-lt"/>
              </a:rPr>
              <a:t>9999</a:t>
            </a:r>
          </a:p>
        </p:txBody>
      </p:sp>
      <p:sp>
        <p:nvSpPr>
          <p:cNvPr id="22" name="Rettangolo con angoli arrotondati 21">
            <a:extLst>
              <a:ext uri="{FF2B5EF4-FFF2-40B4-BE49-F238E27FC236}">
                <a16:creationId xmlns:a16="http://schemas.microsoft.com/office/drawing/2014/main" id="{208CEA26-F2EE-900D-428E-2686BDB90186}"/>
              </a:ext>
            </a:extLst>
          </p:cNvPr>
          <p:cNvSpPr/>
          <p:nvPr/>
        </p:nvSpPr>
        <p:spPr>
          <a:xfrm>
            <a:off x="466374" y="5143076"/>
            <a:ext cx="6629752" cy="530014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Lorem ipsum dolor sit </a:t>
            </a:r>
            <a:r>
              <a:rPr lang="en-US" dirty="0" err="1">
                <a:solidFill>
                  <a:schemeClr val="tx1"/>
                </a:solidFill>
              </a:rPr>
              <a:t>amet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consectetur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adipiscing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elit</a:t>
            </a:r>
            <a:endParaRPr lang="it-IT" sz="2000" dirty="0">
              <a:solidFill>
                <a:schemeClr val="tx1"/>
              </a:solidFill>
            </a:endParaRPr>
          </a:p>
        </p:txBody>
      </p:sp>
      <p:sp>
        <p:nvSpPr>
          <p:cNvPr id="24" name="Rettangolo con angoli arrotondati 23">
            <a:extLst>
              <a:ext uri="{FF2B5EF4-FFF2-40B4-BE49-F238E27FC236}">
                <a16:creationId xmlns:a16="http://schemas.microsoft.com/office/drawing/2014/main" id="{38B59AEF-2FB0-38E2-919F-BEC460FC0B8A}"/>
              </a:ext>
            </a:extLst>
          </p:cNvPr>
          <p:cNvSpPr/>
          <p:nvPr/>
        </p:nvSpPr>
        <p:spPr>
          <a:xfrm>
            <a:off x="7583833" y="5143076"/>
            <a:ext cx="1651170" cy="530011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dirty="0">
                <a:solidFill>
                  <a:schemeClr val="tx1"/>
                </a:solidFill>
              </a:rPr>
              <a:t>0000</a:t>
            </a:r>
          </a:p>
        </p:txBody>
      </p:sp>
      <p:sp>
        <p:nvSpPr>
          <p:cNvPr id="25" name="Rettangolo con angoli arrotondati 24">
            <a:extLst>
              <a:ext uri="{FF2B5EF4-FFF2-40B4-BE49-F238E27FC236}">
                <a16:creationId xmlns:a16="http://schemas.microsoft.com/office/drawing/2014/main" id="{B693FC2A-3892-4CD4-EB19-C19BB2F7681B}"/>
              </a:ext>
            </a:extLst>
          </p:cNvPr>
          <p:cNvSpPr/>
          <p:nvPr/>
        </p:nvSpPr>
        <p:spPr>
          <a:xfrm>
            <a:off x="9741759" y="5946986"/>
            <a:ext cx="1651170" cy="53001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>
                <a:latin typeface="+mj-lt"/>
              </a:rPr>
              <a:t>9999</a:t>
            </a:r>
          </a:p>
        </p:txBody>
      </p:sp>
      <p:sp>
        <p:nvSpPr>
          <p:cNvPr id="26" name="Rettangolo con angoli arrotondati 25">
            <a:extLst>
              <a:ext uri="{FF2B5EF4-FFF2-40B4-BE49-F238E27FC236}">
                <a16:creationId xmlns:a16="http://schemas.microsoft.com/office/drawing/2014/main" id="{2C860484-C56A-1DFD-B57A-0E17818054B9}"/>
              </a:ext>
            </a:extLst>
          </p:cNvPr>
          <p:cNvSpPr/>
          <p:nvPr/>
        </p:nvSpPr>
        <p:spPr>
          <a:xfrm>
            <a:off x="466374" y="5946986"/>
            <a:ext cx="6629752" cy="530014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Lorem ipsum dolor sit </a:t>
            </a:r>
            <a:r>
              <a:rPr lang="en-US" dirty="0" err="1">
                <a:solidFill>
                  <a:schemeClr val="tx1"/>
                </a:solidFill>
              </a:rPr>
              <a:t>amet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consectetur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adipiscing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elit</a:t>
            </a:r>
            <a:endParaRPr lang="it-IT" sz="2000" dirty="0">
              <a:solidFill>
                <a:schemeClr val="tx1"/>
              </a:solidFill>
            </a:endParaRPr>
          </a:p>
        </p:txBody>
      </p:sp>
      <p:sp>
        <p:nvSpPr>
          <p:cNvPr id="27" name="Rettangolo con angoli arrotondati 26">
            <a:extLst>
              <a:ext uri="{FF2B5EF4-FFF2-40B4-BE49-F238E27FC236}">
                <a16:creationId xmlns:a16="http://schemas.microsoft.com/office/drawing/2014/main" id="{3DFEB739-9EB9-7786-0426-1AD1398247AB}"/>
              </a:ext>
            </a:extLst>
          </p:cNvPr>
          <p:cNvSpPr/>
          <p:nvPr/>
        </p:nvSpPr>
        <p:spPr>
          <a:xfrm>
            <a:off x="7583833" y="5946986"/>
            <a:ext cx="1651170" cy="530011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dirty="0">
                <a:solidFill>
                  <a:schemeClr val="tx1"/>
                </a:solidFill>
              </a:rPr>
              <a:t>0000</a:t>
            </a:r>
          </a:p>
        </p:txBody>
      </p:sp>
    </p:spTree>
    <p:extLst>
      <p:ext uri="{BB962C8B-B14F-4D97-AF65-F5344CB8AC3E}">
        <p14:creationId xmlns:p14="http://schemas.microsoft.com/office/powerpoint/2010/main" val="12083066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EDCE5-60D5-5058-0D6E-96F9F0B8A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C9D30D22-A202-51F0-2524-A4CA78FABF9E}"/>
              </a:ext>
            </a:extLst>
          </p:cNvPr>
          <p:cNvSpPr txBox="1"/>
          <p:nvPr/>
        </p:nvSpPr>
        <p:spPr>
          <a:xfrm>
            <a:off x="1756024" y="395362"/>
            <a:ext cx="53401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4"/>
                </a:solidFill>
                <a:latin typeface="+mj-lt"/>
              </a:rPr>
              <a:t>KPI tracker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38D4AEE3-F528-520A-9B86-DCD497B4CB90}"/>
              </a:ext>
            </a:extLst>
          </p:cNvPr>
          <p:cNvSpPr txBox="1"/>
          <p:nvPr/>
        </p:nvSpPr>
        <p:spPr>
          <a:xfrm>
            <a:off x="485422" y="1304122"/>
            <a:ext cx="56105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0" dirty="0">
                <a:solidFill>
                  <a:schemeClr val="accent1"/>
                </a:solidFill>
                <a:latin typeface="+mj-lt"/>
              </a:rPr>
              <a:t>Communication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A027D78-B026-8123-4B6E-67E95A268B25}"/>
              </a:ext>
            </a:extLst>
          </p:cNvPr>
          <p:cNvSpPr txBox="1"/>
          <p:nvPr/>
        </p:nvSpPr>
        <p:spPr>
          <a:xfrm>
            <a:off x="7583833" y="1304122"/>
            <a:ext cx="16511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spc="0" dirty="0">
                <a:solidFill>
                  <a:schemeClr val="accent3"/>
                </a:solidFill>
                <a:latin typeface="+mj-lt"/>
              </a:rPr>
              <a:t>Current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38EBDB1-EE27-45F8-9661-5C8D9590C8FE}"/>
              </a:ext>
            </a:extLst>
          </p:cNvPr>
          <p:cNvSpPr txBox="1"/>
          <p:nvPr/>
        </p:nvSpPr>
        <p:spPr>
          <a:xfrm>
            <a:off x="9741760" y="1304122"/>
            <a:ext cx="16511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spc="0" dirty="0">
                <a:solidFill>
                  <a:schemeClr val="accent3"/>
                </a:solidFill>
                <a:latin typeface="+mj-lt"/>
              </a:rPr>
              <a:t>Target</a:t>
            </a: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C0268E45-670E-B3C5-9B04-C1252A8B4CEF}"/>
              </a:ext>
            </a:extLst>
          </p:cNvPr>
          <p:cNvSpPr/>
          <p:nvPr/>
        </p:nvSpPr>
        <p:spPr>
          <a:xfrm>
            <a:off x="9741759" y="1927436"/>
            <a:ext cx="1651170" cy="53001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>
                <a:latin typeface="+mj-lt"/>
              </a:rPr>
              <a:t>9999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0A57A967-367B-A66D-161B-494E7AEA1ACC}"/>
              </a:ext>
            </a:extLst>
          </p:cNvPr>
          <p:cNvSpPr/>
          <p:nvPr/>
        </p:nvSpPr>
        <p:spPr>
          <a:xfrm>
            <a:off x="466374" y="1927436"/>
            <a:ext cx="6629752" cy="530014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Lorem ipsum dolor sit </a:t>
            </a:r>
            <a:r>
              <a:rPr lang="en-US" dirty="0" err="1">
                <a:solidFill>
                  <a:schemeClr val="tx1"/>
                </a:solidFill>
              </a:rPr>
              <a:t>amet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consectetur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adipiscing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elit</a:t>
            </a:r>
            <a:endParaRPr lang="it-IT" sz="2000" dirty="0">
              <a:solidFill>
                <a:schemeClr val="tx1"/>
              </a:solidFill>
            </a:endParaRP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CB221E2E-544A-1D32-D22E-63F0EC84B2B1}"/>
              </a:ext>
            </a:extLst>
          </p:cNvPr>
          <p:cNvSpPr/>
          <p:nvPr/>
        </p:nvSpPr>
        <p:spPr>
          <a:xfrm>
            <a:off x="7583833" y="1927436"/>
            <a:ext cx="1651170" cy="530011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dirty="0">
                <a:solidFill>
                  <a:schemeClr val="tx1"/>
                </a:solidFill>
              </a:rPr>
              <a:t>0000</a:t>
            </a:r>
          </a:p>
        </p:txBody>
      </p:sp>
      <p:sp>
        <p:nvSpPr>
          <p:cNvPr id="32" name="Rettangolo con angoli arrotondati 31">
            <a:extLst>
              <a:ext uri="{FF2B5EF4-FFF2-40B4-BE49-F238E27FC236}">
                <a16:creationId xmlns:a16="http://schemas.microsoft.com/office/drawing/2014/main" id="{E4D4D93F-4DF4-7002-1E03-76D528282C50}"/>
              </a:ext>
            </a:extLst>
          </p:cNvPr>
          <p:cNvSpPr/>
          <p:nvPr/>
        </p:nvSpPr>
        <p:spPr>
          <a:xfrm>
            <a:off x="9741759" y="2731346"/>
            <a:ext cx="1651170" cy="53001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>
                <a:latin typeface="+mj-lt"/>
              </a:rPr>
              <a:t>9999</a:t>
            </a:r>
          </a:p>
        </p:txBody>
      </p: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2C099389-6196-C102-A325-2CDDD9F5BF90}"/>
              </a:ext>
            </a:extLst>
          </p:cNvPr>
          <p:cNvSpPr/>
          <p:nvPr/>
        </p:nvSpPr>
        <p:spPr>
          <a:xfrm>
            <a:off x="466374" y="2731346"/>
            <a:ext cx="6629752" cy="530014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Lorem ipsum dolor sit </a:t>
            </a:r>
            <a:r>
              <a:rPr lang="en-US" dirty="0" err="1">
                <a:solidFill>
                  <a:schemeClr val="tx1"/>
                </a:solidFill>
              </a:rPr>
              <a:t>amet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consectetur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adipiscing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elit</a:t>
            </a:r>
            <a:endParaRPr lang="it-IT" sz="2000" dirty="0">
              <a:solidFill>
                <a:schemeClr val="tx1"/>
              </a:solidFill>
            </a:endParaRPr>
          </a:p>
        </p:txBody>
      </p:sp>
      <p:sp>
        <p:nvSpPr>
          <p:cNvPr id="34" name="Rettangolo con angoli arrotondati 33">
            <a:extLst>
              <a:ext uri="{FF2B5EF4-FFF2-40B4-BE49-F238E27FC236}">
                <a16:creationId xmlns:a16="http://schemas.microsoft.com/office/drawing/2014/main" id="{9FA49536-73BA-C089-D410-07A560CDC5FE}"/>
              </a:ext>
            </a:extLst>
          </p:cNvPr>
          <p:cNvSpPr/>
          <p:nvPr/>
        </p:nvSpPr>
        <p:spPr>
          <a:xfrm>
            <a:off x="7583833" y="2731346"/>
            <a:ext cx="1651170" cy="530011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dirty="0">
                <a:solidFill>
                  <a:schemeClr val="tx1"/>
                </a:solidFill>
              </a:rPr>
              <a:t>0000</a:t>
            </a:r>
          </a:p>
        </p:txBody>
      </p:sp>
      <p:sp>
        <p:nvSpPr>
          <p:cNvPr id="36" name="Rettangolo con angoli arrotondati 35">
            <a:extLst>
              <a:ext uri="{FF2B5EF4-FFF2-40B4-BE49-F238E27FC236}">
                <a16:creationId xmlns:a16="http://schemas.microsoft.com/office/drawing/2014/main" id="{72C9CCC5-8801-2FEA-DA8B-42899419674D}"/>
              </a:ext>
            </a:extLst>
          </p:cNvPr>
          <p:cNvSpPr/>
          <p:nvPr/>
        </p:nvSpPr>
        <p:spPr>
          <a:xfrm>
            <a:off x="9741759" y="3535256"/>
            <a:ext cx="1651170" cy="53001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>
                <a:latin typeface="+mj-lt"/>
              </a:rPr>
              <a:t>9999</a:t>
            </a:r>
          </a:p>
        </p:txBody>
      </p:sp>
      <p:sp>
        <p:nvSpPr>
          <p:cNvPr id="37" name="Rettangolo con angoli arrotondati 36">
            <a:extLst>
              <a:ext uri="{FF2B5EF4-FFF2-40B4-BE49-F238E27FC236}">
                <a16:creationId xmlns:a16="http://schemas.microsoft.com/office/drawing/2014/main" id="{E4043CB3-E40A-F316-3546-5A71D94B7314}"/>
              </a:ext>
            </a:extLst>
          </p:cNvPr>
          <p:cNvSpPr/>
          <p:nvPr/>
        </p:nvSpPr>
        <p:spPr>
          <a:xfrm>
            <a:off x="466374" y="3535256"/>
            <a:ext cx="6629752" cy="530014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Lorem ipsum dolor sit </a:t>
            </a:r>
            <a:r>
              <a:rPr lang="en-US" dirty="0" err="1">
                <a:solidFill>
                  <a:schemeClr val="tx1"/>
                </a:solidFill>
              </a:rPr>
              <a:t>amet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consectetur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adipiscing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elit</a:t>
            </a:r>
            <a:endParaRPr lang="it-IT" sz="2000" dirty="0">
              <a:solidFill>
                <a:schemeClr val="tx1"/>
              </a:solidFill>
            </a:endParaRPr>
          </a:p>
        </p:txBody>
      </p:sp>
      <p:sp>
        <p:nvSpPr>
          <p:cNvPr id="38" name="Rettangolo con angoli arrotondati 37">
            <a:extLst>
              <a:ext uri="{FF2B5EF4-FFF2-40B4-BE49-F238E27FC236}">
                <a16:creationId xmlns:a16="http://schemas.microsoft.com/office/drawing/2014/main" id="{DE1CD6A1-7C11-0B02-A599-217D67362901}"/>
              </a:ext>
            </a:extLst>
          </p:cNvPr>
          <p:cNvSpPr/>
          <p:nvPr/>
        </p:nvSpPr>
        <p:spPr>
          <a:xfrm>
            <a:off x="7583833" y="3535256"/>
            <a:ext cx="1651170" cy="530011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dirty="0">
                <a:solidFill>
                  <a:schemeClr val="tx1"/>
                </a:solidFill>
              </a:rPr>
              <a:t>0000</a:t>
            </a:r>
          </a:p>
        </p:txBody>
      </p:sp>
      <p:sp>
        <p:nvSpPr>
          <p:cNvPr id="40" name="Rettangolo con angoli arrotondati 39">
            <a:extLst>
              <a:ext uri="{FF2B5EF4-FFF2-40B4-BE49-F238E27FC236}">
                <a16:creationId xmlns:a16="http://schemas.microsoft.com/office/drawing/2014/main" id="{76B2D1FD-8D77-ED59-ED5A-8203AAEB67A0}"/>
              </a:ext>
            </a:extLst>
          </p:cNvPr>
          <p:cNvSpPr/>
          <p:nvPr/>
        </p:nvSpPr>
        <p:spPr>
          <a:xfrm>
            <a:off x="9741759" y="4339166"/>
            <a:ext cx="1651170" cy="53001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>
                <a:latin typeface="+mj-lt"/>
              </a:rPr>
              <a:t>9999</a:t>
            </a:r>
          </a:p>
        </p:txBody>
      </p:sp>
      <p:sp>
        <p:nvSpPr>
          <p:cNvPr id="41" name="Rettangolo con angoli arrotondati 40">
            <a:extLst>
              <a:ext uri="{FF2B5EF4-FFF2-40B4-BE49-F238E27FC236}">
                <a16:creationId xmlns:a16="http://schemas.microsoft.com/office/drawing/2014/main" id="{B2E51886-187D-E8BF-4749-1CA3AB7A67C7}"/>
              </a:ext>
            </a:extLst>
          </p:cNvPr>
          <p:cNvSpPr/>
          <p:nvPr/>
        </p:nvSpPr>
        <p:spPr>
          <a:xfrm>
            <a:off x="466374" y="4339166"/>
            <a:ext cx="6629752" cy="530014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Lorem ipsum dolor sit </a:t>
            </a:r>
            <a:r>
              <a:rPr lang="en-US" dirty="0" err="1">
                <a:solidFill>
                  <a:schemeClr val="tx1"/>
                </a:solidFill>
              </a:rPr>
              <a:t>amet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consectetur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adipiscing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elit</a:t>
            </a:r>
            <a:endParaRPr lang="it-IT" sz="2000" dirty="0">
              <a:solidFill>
                <a:schemeClr val="tx1"/>
              </a:solidFill>
            </a:endParaRPr>
          </a:p>
        </p:txBody>
      </p:sp>
      <p:sp>
        <p:nvSpPr>
          <p:cNvPr id="42" name="Rettangolo con angoli arrotondati 41">
            <a:extLst>
              <a:ext uri="{FF2B5EF4-FFF2-40B4-BE49-F238E27FC236}">
                <a16:creationId xmlns:a16="http://schemas.microsoft.com/office/drawing/2014/main" id="{B10B95C7-5EF2-B238-3C8A-6CD9C4103834}"/>
              </a:ext>
            </a:extLst>
          </p:cNvPr>
          <p:cNvSpPr/>
          <p:nvPr/>
        </p:nvSpPr>
        <p:spPr>
          <a:xfrm>
            <a:off x="7583833" y="4339166"/>
            <a:ext cx="1651170" cy="530011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dirty="0">
                <a:solidFill>
                  <a:schemeClr val="tx1"/>
                </a:solidFill>
              </a:rPr>
              <a:t>0000</a:t>
            </a:r>
          </a:p>
        </p:txBody>
      </p:sp>
      <p:sp>
        <p:nvSpPr>
          <p:cNvPr id="44" name="Rettangolo con angoli arrotondati 43">
            <a:extLst>
              <a:ext uri="{FF2B5EF4-FFF2-40B4-BE49-F238E27FC236}">
                <a16:creationId xmlns:a16="http://schemas.microsoft.com/office/drawing/2014/main" id="{7F627BCD-6B46-C470-28CF-2DA2217C2EB3}"/>
              </a:ext>
            </a:extLst>
          </p:cNvPr>
          <p:cNvSpPr/>
          <p:nvPr/>
        </p:nvSpPr>
        <p:spPr>
          <a:xfrm>
            <a:off x="9741759" y="5143076"/>
            <a:ext cx="1651170" cy="53001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>
                <a:latin typeface="+mj-lt"/>
              </a:rPr>
              <a:t>9999</a:t>
            </a:r>
          </a:p>
        </p:txBody>
      </p:sp>
      <p:sp>
        <p:nvSpPr>
          <p:cNvPr id="45" name="Rettangolo con angoli arrotondati 44">
            <a:extLst>
              <a:ext uri="{FF2B5EF4-FFF2-40B4-BE49-F238E27FC236}">
                <a16:creationId xmlns:a16="http://schemas.microsoft.com/office/drawing/2014/main" id="{6A03F4AD-79EC-44DA-4671-85020AD83D30}"/>
              </a:ext>
            </a:extLst>
          </p:cNvPr>
          <p:cNvSpPr/>
          <p:nvPr/>
        </p:nvSpPr>
        <p:spPr>
          <a:xfrm>
            <a:off x="466374" y="5143076"/>
            <a:ext cx="6629752" cy="530014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Lorem ipsum dolor sit </a:t>
            </a:r>
            <a:r>
              <a:rPr lang="en-US" dirty="0" err="1">
                <a:solidFill>
                  <a:schemeClr val="tx1"/>
                </a:solidFill>
              </a:rPr>
              <a:t>amet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consectetur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adipiscing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elit</a:t>
            </a:r>
            <a:endParaRPr lang="it-IT" sz="2000" dirty="0">
              <a:solidFill>
                <a:schemeClr val="tx1"/>
              </a:solidFill>
            </a:endParaRPr>
          </a:p>
        </p:txBody>
      </p:sp>
      <p:sp>
        <p:nvSpPr>
          <p:cNvPr id="46" name="Rettangolo con angoli arrotondati 45">
            <a:extLst>
              <a:ext uri="{FF2B5EF4-FFF2-40B4-BE49-F238E27FC236}">
                <a16:creationId xmlns:a16="http://schemas.microsoft.com/office/drawing/2014/main" id="{EA12F83C-A641-66A9-1AB0-B1EC9816CD51}"/>
              </a:ext>
            </a:extLst>
          </p:cNvPr>
          <p:cNvSpPr/>
          <p:nvPr/>
        </p:nvSpPr>
        <p:spPr>
          <a:xfrm>
            <a:off x="7583833" y="5143076"/>
            <a:ext cx="1651170" cy="530011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dirty="0">
                <a:solidFill>
                  <a:schemeClr val="tx1"/>
                </a:solidFill>
              </a:rPr>
              <a:t>0000</a:t>
            </a:r>
          </a:p>
        </p:txBody>
      </p:sp>
      <p:sp>
        <p:nvSpPr>
          <p:cNvPr id="48" name="Rettangolo con angoli arrotondati 47">
            <a:extLst>
              <a:ext uri="{FF2B5EF4-FFF2-40B4-BE49-F238E27FC236}">
                <a16:creationId xmlns:a16="http://schemas.microsoft.com/office/drawing/2014/main" id="{B21A774E-37B1-6B41-0F7B-0349C420460F}"/>
              </a:ext>
            </a:extLst>
          </p:cNvPr>
          <p:cNvSpPr/>
          <p:nvPr/>
        </p:nvSpPr>
        <p:spPr>
          <a:xfrm>
            <a:off x="9741759" y="5946986"/>
            <a:ext cx="1651170" cy="53001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>
                <a:latin typeface="+mj-lt"/>
              </a:rPr>
              <a:t>9999</a:t>
            </a:r>
          </a:p>
        </p:txBody>
      </p:sp>
      <p:sp>
        <p:nvSpPr>
          <p:cNvPr id="49" name="Rettangolo con angoli arrotondati 48">
            <a:extLst>
              <a:ext uri="{FF2B5EF4-FFF2-40B4-BE49-F238E27FC236}">
                <a16:creationId xmlns:a16="http://schemas.microsoft.com/office/drawing/2014/main" id="{B681E8F4-5051-A0D1-5816-A81CDA10E933}"/>
              </a:ext>
            </a:extLst>
          </p:cNvPr>
          <p:cNvSpPr/>
          <p:nvPr/>
        </p:nvSpPr>
        <p:spPr>
          <a:xfrm>
            <a:off x="466374" y="5946986"/>
            <a:ext cx="6629752" cy="530014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Lorem ipsum dolor sit </a:t>
            </a:r>
            <a:r>
              <a:rPr lang="en-US" dirty="0" err="1">
                <a:solidFill>
                  <a:schemeClr val="tx1"/>
                </a:solidFill>
              </a:rPr>
              <a:t>amet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consectetur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adipiscing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elit</a:t>
            </a:r>
            <a:endParaRPr lang="it-IT" sz="2000" dirty="0">
              <a:solidFill>
                <a:schemeClr val="tx1"/>
              </a:solidFill>
            </a:endParaRPr>
          </a:p>
        </p:txBody>
      </p:sp>
      <p:sp>
        <p:nvSpPr>
          <p:cNvPr id="50" name="Rettangolo con angoli arrotondati 49">
            <a:extLst>
              <a:ext uri="{FF2B5EF4-FFF2-40B4-BE49-F238E27FC236}">
                <a16:creationId xmlns:a16="http://schemas.microsoft.com/office/drawing/2014/main" id="{6BBF1B1D-C735-BFF0-9570-1DA66EA96B19}"/>
              </a:ext>
            </a:extLst>
          </p:cNvPr>
          <p:cNvSpPr/>
          <p:nvPr/>
        </p:nvSpPr>
        <p:spPr>
          <a:xfrm>
            <a:off x="7583833" y="5946986"/>
            <a:ext cx="1651170" cy="530011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dirty="0">
                <a:solidFill>
                  <a:schemeClr val="tx1"/>
                </a:solidFill>
              </a:rPr>
              <a:t>0000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CF9F93A0-BCB8-E355-17D5-A7189F225F2A}"/>
              </a:ext>
            </a:extLst>
          </p:cNvPr>
          <p:cNvSpPr txBox="1"/>
          <p:nvPr/>
        </p:nvSpPr>
        <p:spPr>
          <a:xfrm>
            <a:off x="5800725" y="395362"/>
            <a:ext cx="54369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000" b="1" dirty="0">
                <a:solidFill>
                  <a:schemeClr val="accent4"/>
                </a:solidFill>
                <a:latin typeface="+mj-lt"/>
              </a:rPr>
              <a:t>M00</a:t>
            </a:r>
          </a:p>
        </p:txBody>
      </p:sp>
    </p:spTree>
    <p:extLst>
      <p:ext uri="{BB962C8B-B14F-4D97-AF65-F5344CB8AC3E}">
        <p14:creationId xmlns:p14="http://schemas.microsoft.com/office/powerpoint/2010/main" val="27097591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06189-01B1-9CE9-D6CD-00B6986CF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61596726-A152-322D-2603-8BA92E5180AC}"/>
              </a:ext>
            </a:extLst>
          </p:cNvPr>
          <p:cNvSpPr/>
          <p:nvPr/>
        </p:nvSpPr>
        <p:spPr>
          <a:xfrm>
            <a:off x="5358713" y="151375"/>
            <a:ext cx="1474573" cy="486033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bg1"/>
                </a:solidFill>
                <a:latin typeface="+mj-lt"/>
              </a:rPr>
              <a:t>Start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43FB0EEB-94FD-1D54-B855-D6ED75DF1494}"/>
              </a:ext>
            </a:extLst>
          </p:cNvPr>
          <p:cNvSpPr txBox="1"/>
          <p:nvPr/>
        </p:nvSpPr>
        <p:spPr>
          <a:xfrm>
            <a:off x="5135369" y="2820024"/>
            <a:ext cx="1922786" cy="715089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Lorem ipsum dolor sit </a:t>
            </a:r>
            <a:r>
              <a:rPr lang="en-US" sz="1200" dirty="0" err="1"/>
              <a:t>amet</a:t>
            </a:r>
            <a:r>
              <a:rPr lang="en-US" sz="1200" dirty="0"/>
              <a:t>, </a:t>
            </a:r>
            <a:r>
              <a:rPr lang="en-US" sz="1200" dirty="0" err="1"/>
              <a:t>consectetur</a:t>
            </a:r>
            <a:r>
              <a:rPr lang="en-US" sz="1200" dirty="0"/>
              <a:t> </a:t>
            </a:r>
            <a:r>
              <a:rPr lang="en-US" sz="1200" dirty="0" err="1"/>
              <a:t>adipiscing</a:t>
            </a:r>
            <a:r>
              <a:rPr lang="en-US" sz="1200" dirty="0"/>
              <a:t> </a:t>
            </a:r>
            <a:r>
              <a:rPr lang="en-US" sz="1200" dirty="0" err="1"/>
              <a:t>elit</a:t>
            </a:r>
            <a:endParaRPr lang="en-US" sz="1200" dirty="0"/>
          </a:p>
        </p:txBody>
      </p:sp>
      <p:sp>
        <p:nvSpPr>
          <p:cNvPr id="13" name="Rombo 12">
            <a:extLst>
              <a:ext uri="{FF2B5EF4-FFF2-40B4-BE49-F238E27FC236}">
                <a16:creationId xmlns:a16="http://schemas.microsoft.com/office/drawing/2014/main" id="{B9B45FB0-7160-F0BB-23C2-C833741C27E7}"/>
              </a:ext>
            </a:extLst>
          </p:cNvPr>
          <p:cNvSpPr/>
          <p:nvPr/>
        </p:nvSpPr>
        <p:spPr>
          <a:xfrm>
            <a:off x="2523052" y="3517751"/>
            <a:ext cx="1387078" cy="720437"/>
          </a:xfrm>
          <a:prstGeom prst="diamond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200" dirty="0" err="1"/>
              <a:t>Lorem</a:t>
            </a:r>
            <a:r>
              <a:rPr lang="it-IT" sz="1200" dirty="0"/>
              <a:t> </a:t>
            </a:r>
            <a:r>
              <a:rPr lang="it-IT" sz="1200" dirty="0" err="1"/>
              <a:t>ipsum</a:t>
            </a:r>
            <a:endParaRPr lang="en-US" sz="1200" dirty="0"/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FEDCCDCD-3B19-B71A-B187-F1AD76554E28}"/>
              </a:ext>
            </a:extLst>
          </p:cNvPr>
          <p:cNvSpPr/>
          <p:nvPr/>
        </p:nvSpPr>
        <p:spPr>
          <a:xfrm>
            <a:off x="5402459" y="901905"/>
            <a:ext cx="1387078" cy="486033"/>
          </a:xfrm>
          <a:prstGeom prst="roundRect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200" dirty="0" err="1"/>
              <a:t>Lorem</a:t>
            </a:r>
            <a:r>
              <a:rPr lang="it-IT" sz="1200" dirty="0"/>
              <a:t> </a:t>
            </a:r>
            <a:r>
              <a:rPr lang="it-IT" sz="1200" dirty="0" err="1"/>
              <a:t>ipsum</a:t>
            </a:r>
            <a:endParaRPr lang="en-US" sz="1200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136EDB28-36AC-34B4-A845-D28A14B25D71}"/>
              </a:ext>
            </a:extLst>
          </p:cNvPr>
          <p:cNvSpPr txBox="1"/>
          <p:nvPr/>
        </p:nvSpPr>
        <p:spPr>
          <a:xfrm>
            <a:off x="4870761" y="1652435"/>
            <a:ext cx="2450477" cy="917079"/>
          </a:xfrm>
          <a:prstGeom prst="diamond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Lorem ipsum dolor sit </a:t>
            </a:r>
            <a:r>
              <a:rPr lang="en-US" sz="1200" dirty="0" err="1"/>
              <a:t>amet</a:t>
            </a:r>
            <a:endParaRPr lang="en-US" sz="1200" dirty="0"/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7225CDA1-D110-EC39-CD1F-A647108CE53E}"/>
              </a:ext>
            </a:extLst>
          </p:cNvPr>
          <p:cNvSpPr/>
          <p:nvPr/>
        </p:nvSpPr>
        <p:spPr>
          <a:xfrm>
            <a:off x="5358712" y="6220592"/>
            <a:ext cx="1474573" cy="48603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bg1"/>
                </a:solidFill>
                <a:latin typeface="+mj-lt"/>
              </a:rPr>
              <a:t>End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B8D623C4-01C6-EF6B-8964-C120D1FFA4AB}"/>
              </a:ext>
            </a:extLst>
          </p:cNvPr>
          <p:cNvSpPr/>
          <p:nvPr/>
        </p:nvSpPr>
        <p:spPr>
          <a:xfrm>
            <a:off x="6894792" y="5265541"/>
            <a:ext cx="1387078" cy="486033"/>
          </a:xfrm>
          <a:prstGeom prst="roundRect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200" dirty="0" err="1"/>
              <a:t>Lorem</a:t>
            </a:r>
            <a:r>
              <a:rPr lang="it-IT" sz="1200" dirty="0"/>
              <a:t> </a:t>
            </a:r>
            <a:r>
              <a:rPr lang="it-IT" sz="1200" dirty="0" err="1"/>
              <a:t>ipsum</a:t>
            </a:r>
            <a:endParaRPr lang="en-US" sz="1200" dirty="0"/>
          </a:p>
        </p:txBody>
      </p:sp>
      <p:sp>
        <p:nvSpPr>
          <p:cNvPr id="18" name="Rombo 17">
            <a:extLst>
              <a:ext uri="{FF2B5EF4-FFF2-40B4-BE49-F238E27FC236}">
                <a16:creationId xmlns:a16="http://schemas.microsoft.com/office/drawing/2014/main" id="{0C531624-A9F0-8DA2-B917-54D053B56BED}"/>
              </a:ext>
            </a:extLst>
          </p:cNvPr>
          <p:cNvSpPr/>
          <p:nvPr/>
        </p:nvSpPr>
        <p:spPr>
          <a:xfrm>
            <a:off x="8281870" y="3517751"/>
            <a:ext cx="1387078" cy="720437"/>
          </a:xfrm>
          <a:prstGeom prst="diamond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200" dirty="0" err="1"/>
              <a:t>Lorem</a:t>
            </a:r>
            <a:r>
              <a:rPr lang="it-IT" sz="1200" dirty="0"/>
              <a:t> </a:t>
            </a:r>
            <a:r>
              <a:rPr lang="it-IT" sz="1200" dirty="0" err="1"/>
              <a:t>ipsum</a:t>
            </a:r>
            <a:endParaRPr lang="en-US" sz="1200" dirty="0"/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C232F7C7-ABF0-AE07-13EC-E5D003B57102}"/>
              </a:ext>
            </a:extLst>
          </p:cNvPr>
          <p:cNvSpPr/>
          <p:nvPr/>
        </p:nvSpPr>
        <p:spPr>
          <a:xfrm>
            <a:off x="3910129" y="5265541"/>
            <a:ext cx="1387078" cy="486033"/>
          </a:xfrm>
          <a:prstGeom prst="roundRect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200" dirty="0" err="1"/>
              <a:t>Lorem</a:t>
            </a:r>
            <a:r>
              <a:rPr lang="it-IT" sz="1200" dirty="0"/>
              <a:t> </a:t>
            </a:r>
            <a:r>
              <a:rPr lang="it-IT" sz="1200" dirty="0" err="1"/>
              <a:t>ipsum</a:t>
            </a:r>
            <a:endParaRPr lang="en-US" sz="1200" dirty="0"/>
          </a:p>
        </p:txBody>
      </p: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AB555144-1BCD-EA49-ED9F-48BD5DD8B7F9}"/>
              </a:ext>
            </a:extLst>
          </p:cNvPr>
          <p:cNvCxnSpPr>
            <a:stCxn id="8" idx="2"/>
          </p:cNvCxnSpPr>
          <p:nvPr/>
        </p:nvCxnSpPr>
        <p:spPr>
          <a:xfrm flipH="1">
            <a:off x="6095998" y="637408"/>
            <a:ext cx="2" cy="2644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8E090F99-B55D-0D5B-2DCB-17E80DFCFCF0}"/>
              </a:ext>
            </a:extLst>
          </p:cNvPr>
          <p:cNvCxnSpPr>
            <a:endCxn id="15" idx="0"/>
          </p:cNvCxnSpPr>
          <p:nvPr/>
        </p:nvCxnSpPr>
        <p:spPr>
          <a:xfrm>
            <a:off x="6096000" y="1413164"/>
            <a:ext cx="0" cy="23927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ttore a gomito 27">
            <a:extLst>
              <a:ext uri="{FF2B5EF4-FFF2-40B4-BE49-F238E27FC236}">
                <a16:creationId xmlns:a16="http://schemas.microsoft.com/office/drawing/2014/main" id="{80748B6E-A85F-1F86-2238-4CED569DB58A}"/>
              </a:ext>
            </a:extLst>
          </p:cNvPr>
          <p:cNvCxnSpPr>
            <a:cxnSpLocks/>
            <a:stCxn id="11" idx="1"/>
            <a:endCxn id="13" idx="0"/>
          </p:cNvCxnSpPr>
          <p:nvPr/>
        </p:nvCxnSpPr>
        <p:spPr>
          <a:xfrm rot="10800000" flipV="1">
            <a:off x="3216591" y="3177569"/>
            <a:ext cx="1918778" cy="340182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ttore a gomito 50">
            <a:extLst>
              <a:ext uri="{FF2B5EF4-FFF2-40B4-BE49-F238E27FC236}">
                <a16:creationId xmlns:a16="http://schemas.microsoft.com/office/drawing/2014/main" id="{A20AEF25-5273-9F0C-DDBA-02408AED242F}"/>
              </a:ext>
            </a:extLst>
          </p:cNvPr>
          <p:cNvCxnSpPr>
            <a:cxnSpLocks/>
            <a:stCxn id="11" idx="3"/>
            <a:endCxn id="18" idx="0"/>
          </p:cNvCxnSpPr>
          <p:nvPr/>
        </p:nvCxnSpPr>
        <p:spPr>
          <a:xfrm>
            <a:off x="7058155" y="3177569"/>
            <a:ext cx="1917254" cy="340182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ttore 2 53">
            <a:extLst>
              <a:ext uri="{FF2B5EF4-FFF2-40B4-BE49-F238E27FC236}">
                <a16:creationId xmlns:a16="http://schemas.microsoft.com/office/drawing/2014/main" id="{BAABC5E2-9708-22D8-0A3C-88D331332BA1}"/>
              </a:ext>
            </a:extLst>
          </p:cNvPr>
          <p:cNvCxnSpPr/>
          <p:nvPr/>
        </p:nvCxnSpPr>
        <p:spPr>
          <a:xfrm>
            <a:off x="6096000" y="2569514"/>
            <a:ext cx="0" cy="23927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ttangolo con angoli arrotondati 56">
            <a:extLst>
              <a:ext uri="{FF2B5EF4-FFF2-40B4-BE49-F238E27FC236}">
                <a16:creationId xmlns:a16="http://schemas.microsoft.com/office/drawing/2014/main" id="{FD8E4CAA-B164-F982-02D7-8FE434749A67}"/>
              </a:ext>
            </a:extLst>
          </p:cNvPr>
          <p:cNvSpPr/>
          <p:nvPr/>
        </p:nvSpPr>
        <p:spPr>
          <a:xfrm>
            <a:off x="1092772" y="4493483"/>
            <a:ext cx="1219772" cy="300202"/>
          </a:xfrm>
          <a:prstGeom prst="roundRect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200" dirty="0" err="1"/>
              <a:t>Lorem</a:t>
            </a:r>
            <a:r>
              <a:rPr lang="it-IT" sz="1200" dirty="0"/>
              <a:t> </a:t>
            </a:r>
            <a:r>
              <a:rPr lang="it-IT" sz="1200" dirty="0" err="1"/>
              <a:t>ipsum</a:t>
            </a:r>
            <a:endParaRPr lang="en-US" sz="1200" dirty="0"/>
          </a:p>
        </p:txBody>
      </p:sp>
      <p:cxnSp>
        <p:nvCxnSpPr>
          <p:cNvPr id="60" name="Connettore a gomito 59">
            <a:extLst>
              <a:ext uri="{FF2B5EF4-FFF2-40B4-BE49-F238E27FC236}">
                <a16:creationId xmlns:a16="http://schemas.microsoft.com/office/drawing/2014/main" id="{9B04724A-B30C-05FE-9884-9B51F836FAC8}"/>
              </a:ext>
            </a:extLst>
          </p:cNvPr>
          <p:cNvCxnSpPr>
            <a:cxnSpLocks/>
            <a:stCxn id="13" idx="1"/>
            <a:endCxn id="57" idx="0"/>
          </p:cNvCxnSpPr>
          <p:nvPr/>
        </p:nvCxnSpPr>
        <p:spPr>
          <a:xfrm rot="10800000" flipV="1">
            <a:off x="1702658" y="3877969"/>
            <a:ext cx="820394" cy="615513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ttangolo con angoli arrotondati 62">
            <a:extLst>
              <a:ext uri="{FF2B5EF4-FFF2-40B4-BE49-F238E27FC236}">
                <a16:creationId xmlns:a16="http://schemas.microsoft.com/office/drawing/2014/main" id="{1D0CA219-C7AE-80E0-ECD9-44C35DC258F1}"/>
              </a:ext>
            </a:extLst>
          </p:cNvPr>
          <p:cNvSpPr/>
          <p:nvPr/>
        </p:nvSpPr>
        <p:spPr>
          <a:xfrm>
            <a:off x="9879455" y="4493483"/>
            <a:ext cx="1219772" cy="300202"/>
          </a:xfrm>
          <a:prstGeom prst="roundRect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200" dirty="0" err="1"/>
              <a:t>Lorem</a:t>
            </a:r>
            <a:r>
              <a:rPr lang="it-IT" sz="1200" dirty="0"/>
              <a:t> </a:t>
            </a:r>
            <a:r>
              <a:rPr lang="it-IT" sz="1200" dirty="0" err="1"/>
              <a:t>ipsum</a:t>
            </a:r>
            <a:endParaRPr lang="en-US" sz="1200" dirty="0"/>
          </a:p>
        </p:txBody>
      </p:sp>
      <p:cxnSp>
        <p:nvCxnSpPr>
          <p:cNvPr id="1024" name="Connettore a gomito 1023">
            <a:extLst>
              <a:ext uri="{FF2B5EF4-FFF2-40B4-BE49-F238E27FC236}">
                <a16:creationId xmlns:a16="http://schemas.microsoft.com/office/drawing/2014/main" id="{9FABED61-B059-C4D4-EFA9-512F347ECDB5}"/>
              </a:ext>
            </a:extLst>
          </p:cNvPr>
          <p:cNvCxnSpPr>
            <a:cxnSpLocks/>
            <a:endCxn id="63" idx="0"/>
          </p:cNvCxnSpPr>
          <p:nvPr/>
        </p:nvCxnSpPr>
        <p:spPr>
          <a:xfrm>
            <a:off x="9668948" y="3877968"/>
            <a:ext cx="820393" cy="615515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5" name="Connettore a gomito 1024">
            <a:extLst>
              <a:ext uri="{FF2B5EF4-FFF2-40B4-BE49-F238E27FC236}">
                <a16:creationId xmlns:a16="http://schemas.microsoft.com/office/drawing/2014/main" id="{DA69DCEB-A5F0-2C13-E372-11A00716AA28}"/>
              </a:ext>
            </a:extLst>
          </p:cNvPr>
          <p:cNvCxnSpPr>
            <a:cxnSpLocks/>
            <a:stCxn id="17" idx="2"/>
            <a:endCxn id="16" idx="0"/>
          </p:cNvCxnSpPr>
          <p:nvPr/>
        </p:nvCxnSpPr>
        <p:spPr>
          <a:xfrm rot="5400000">
            <a:off x="6607656" y="5239917"/>
            <a:ext cx="469018" cy="149233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0" name="Connettore a gomito 1029">
            <a:extLst>
              <a:ext uri="{FF2B5EF4-FFF2-40B4-BE49-F238E27FC236}">
                <a16:creationId xmlns:a16="http://schemas.microsoft.com/office/drawing/2014/main" id="{3FF05FA6-F30A-D1B7-C2CC-6802DAF39BCA}"/>
              </a:ext>
            </a:extLst>
          </p:cNvPr>
          <p:cNvCxnSpPr>
            <a:cxnSpLocks/>
            <a:stCxn id="19" idx="2"/>
            <a:endCxn id="16" idx="0"/>
          </p:cNvCxnSpPr>
          <p:nvPr/>
        </p:nvCxnSpPr>
        <p:spPr>
          <a:xfrm rot="16200000" flipH="1">
            <a:off x="5115324" y="5239917"/>
            <a:ext cx="469018" cy="149233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4" name="Rombo 1033">
            <a:extLst>
              <a:ext uri="{FF2B5EF4-FFF2-40B4-BE49-F238E27FC236}">
                <a16:creationId xmlns:a16="http://schemas.microsoft.com/office/drawing/2014/main" id="{2C1C5515-BAF9-34B9-3AB3-29C03891D40F}"/>
              </a:ext>
            </a:extLst>
          </p:cNvPr>
          <p:cNvSpPr/>
          <p:nvPr/>
        </p:nvSpPr>
        <p:spPr>
          <a:xfrm>
            <a:off x="6894792" y="4255549"/>
            <a:ext cx="1387078" cy="720437"/>
          </a:xfrm>
          <a:prstGeom prst="diamond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200" dirty="0" err="1"/>
              <a:t>Lorem</a:t>
            </a:r>
            <a:r>
              <a:rPr lang="it-IT" sz="1200" dirty="0"/>
              <a:t> </a:t>
            </a:r>
            <a:r>
              <a:rPr lang="it-IT" sz="1200" dirty="0" err="1"/>
              <a:t>ipsum</a:t>
            </a:r>
            <a:endParaRPr lang="en-US" sz="1200" dirty="0"/>
          </a:p>
        </p:txBody>
      </p:sp>
      <p:sp>
        <p:nvSpPr>
          <p:cNvPr id="1035" name="Rombo 1034">
            <a:extLst>
              <a:ext uri="{FF2B5EF4-FFF2-40B4-BE49-F238E27FC236}">
                <a16:creationId xmlns:a16="http://schemas.microsoft.com/office/drawing/2014/main" id="{18CF73F1-C62F-9554-C498-056E5FA67799}"/>
              </a:ext>
            </a:extLst>
          </p:cNvPr>
          <p:cNvSpPr/>
          <p:nvPr/>
        </p:nvSpPr>
        <p:spPr>
          <a:xfrm>
            <a:off x="3910129" y="4255549"/>
            <a:ext cx="1387078" cy="720437"/>
          </a:xfrm>
          <a:prstGeom prst="diamond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200" dirty="0" err="1"/>
              <a:t>Lorem</a:t>
            </a:r>
            <a:r>
              <a:rPr lang="it-IT" sz="1200" dirty="0"/>
              <a:t> </a:t>
            </a:r>
            <a:r>
              <a:rPr lang="it-IT" sz="1200" dirty="0" err="1"/>
              <a:t>ipsum</a:t>
            </a:r>
            <a:endParaRPr lang="en-US" sz="1200" dirty="0"/>
          </a:p>
        </p:txBody>
      </p:sp>
      <p:cxnSp>
        <p:nvCxnSpPr>
          <p:cNvPr id="1036" name="Connettore a gomito 1035">
            <a:extLst>
              <a:ext uri="{FF2B5EF4-FFF2-40B4-BE49-F238E27FC236}">
                <a16:creationId xmlns:a16="http://schemas.microsoft.com/office/drawing/2014/main" id="{D1175FE9-75B6-36C3-599E-9D9ABFFED1C4}"/>
              </a:ext>
            </a:extLst>
          </p:cNvPr>
          <p:cNvCxnSpPr>
            <a:cxnSpLocks/>
            <a:stCxn id="13" idx="2"/>
            <a:endCxn id="1035" idx="1"/>
          </p:cNvCxnSpPr>
          <p:nvPr/>
        </p:nvCxnSpPr>
        <p:spPr>
          <a:xfrm rot="16200000" flipH="1">
            <a:off x="3374570" y="4080209"/>
            <a:ext cx="377580" cy="693538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3" name="Connettore a gomito 1042">
            <a:extLst>
              <a:ext uri="{FF2B5EF4-FFF2-40B4-BE49-F238E27FC236}">
                <a16:creationId xmlns:a16="http://schemas.microsoft.com/office/drawing/2014/main" id="{D46B99FF-B343-AF92-AD91-2A8CB892A296}"/>
              </a:ext>
            </a:extLst>
          </p:cNvPr>
          <p:cNvCxnSpPr>
            <a:cxnSpLocks/>
            <a:stCxn id="13" idx="3"/>
            <a:endCxn id="1035" idx="0"/>
          </p:cNvCxnSpPr>
          <p:nvPr/>
        </p:nvCxnSpPr>
        <p:spPr>
          <a:xfrm>
            <a:off x="3910130" y="3877970"/>
            <a:ext cx="693538" cy="37757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6" name="Connettore a gomito 1045">
            <a:extLst>
              <a:ext uri="{FF2B5EF4-FFF2-40B4-BE49-F238E27FC236}">
                <a16:creationId xmlns:a16="http://schemas.microsoft.com/office/drawing/2014/main" id="{AA3513E4-CD08-9088-E16A-6CA53E5A37A1}"/>
              </a:ext>
            </a:extLst>
          </p:cNvPr>
          <p:cNvCxnSpPr>
            <a:cxnSpLocks/>
            <a:stCxn id="18" idx="1"/>
            <a:endCxn id="1034" idx="0"/>
          </p:cNvCxnSpPr>
          <p:nvPr/>
        </p:nvCxnSpPr>
        <p:spPr>
          <a:xfrm rot="10800000" flipV="1">
            <a:off x="7588332" y="3877969"/>
            <a:ext cx="693539" cy="37757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9" name="Connettore a gomito 1048">
            <a:extLst>
              <a:ext uri="{FF2B5EF4-FFF2-40B4-BE49-F238E27FC236}">
                <a16:creationId xmlns:a16="http://schemas.microsoft.com/office/drawing/2014/main" id="{81CE9FBA-7358-AFEC-8C31-984839A4D4A6}"/>
              </a:ext>
            </a:extLst>
          </p:cNvPr>
          <p:cNvCxnSpPr>
            <a:cxnSpLocks/>
            <a:stCxn id="18" idx="2"/>
            <a:endCxn id="1034" idx="3"/>
          </p:cNvCxnSpPr>
          <p:nvPr/>
        </p:nvCxnSpPr>
        <p:spPr>
          <a:xfrm rot="5400000">
            <a:off x="8439850" y="4080209"/>
            <a:ext cx="377580" cy="69353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9" name="Connettore 2 1058">
            <a:extLst>
              <a:ext uri="{FF2B5EF4-FFF2-40B4-BE49-F238E27FC236}">
                <a16:creationId xmlns:a16="http://schemas.microsoft.com/office/drawing/2014/main" id="{94794595-340D-03C1-BA1D-F0BC10341E30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7588331" y="4975986"/>
            <a:ext cx="0" cy="28955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1" name="Connettore 2 1060">
            <a:extLst>
              <a:ext uri="{FF2B5EF4-FFF2-40B4-BE49-F238E27FC236}">
                <a16:creationId xmlns:a16="http://schemas.microsoft.com/office/drawing/2014/main" id="{46E81F24-77A5-5F57-519C-06352710D193}"/>
              </a:ext>
            </a:extLst>
          </p:cNvPr>
          <p:cNvCxnSpPr>
            <a:cxnSpLocks/>
          </p:cNvCxnSpPr>
          <p:nvPr/>
        </p:nvCxnSpPr>
        <p:spPr>
          <a:xfrm>
            <a:off x="4603667" y="4975986"/>
            <a:ext cx="0" cy="28955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74150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33D85-729F-7AF9-A288-5E9DA15F6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A634F476-5A1F-CDE6-A76E-C7D3B5D03D27}"/>
              </a:ext>
            </a:extLst>
          </p:cNvPr>
          <p:cNvSpPr/>
          <p:nvPr/>
        </p:nvSpPr>
        <p:spPr>
          <a:xfrm>
            <a:off x="416475" y="3228160"/>
            <a:ext cx="1202776" cy="40168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bg1"/>
                </a:solidFill>
                <a:latin typeface="+mj-lt"/>
              </a:rPr>
              <a:t>Start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5054D97E-080E-DD0C-D5AE-63590BD69966}"/>
              </a:ext>
            </a:extLst>
          </p:cNvPr>
          <p:cNvSpPr/>
          <p:nvPr/>
        </p:nvSpPr>
        <p:spPr>
          <a:xfrm>
            <a:off x="10572749" y="3228159"/>
            <a:ext cx="1202776" cy="40168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bg1"/>
                </a:solidFill>
                <a:latin typeface="+mj-lt"/>
              </a:rPr>
              <a:t>End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0" name="Rettangolo con angoli arrotondati 29">
            <a:extLst>
              <a:ext uri="{FF2B5EF4-FFF2-40B4-BE49-F238E27FC236}">
                <a16:creationId xmlns:a16="http://schemas.microsoft.com/office/drawing/2014/main" id="{DEBBC5C0-0744-A22B-ED9B-E0987666489D}"/>
              </a:ext>
            </a:extLst>
          </p:cNvPr>
          <p:cNvSpPr/>
          <p:nvPr/>
        </p:nvSpPr>
        <p:spPr>
          <a:xfrm>
            <a:off x="2002397" y="1594493"/>
            <a:ext cx="1387078" cy="401680"/>
          </a:xfrm>
          <a:prstGeom prst="roundRect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000" dirty="0" err="1"/>
              <a:t>Lorem</a:t>
            </a:r>
            <a:r>
              <a:rPr lang="it-IT" sz="1000" dirty="0"/>
              <a:t> </a:t>
            </a:r>
            <a:r>
              <a:rPr lang="it-IT" sz="1000" dirty="0" err="1"/>
              <a:t>ipsum</a:t>
            </a:r>
            <a:endParaRPr lang="en-US" sz="1000" dirty="0"/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A85654F6-D491-A1A0-E6B7-2916B93E2DA9}"/>
              </a:ext>
            </a:extLst>
          </p:cNvPr>
          <p:cNvSpPr txBox="1"/>
          <p:nvPr/>
        </p:nvSpPr>
        <p:spPr>
          <a:xfrm>
            <a:off x="2002396" y="2725906"/>
            <a:ext cx="1387079" cy="1406188"/>
          </a:xfrm>
          <a:prstGeom prst="diamond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Lorem ipsum dolor sit </a:t>
            </a:r>
            <a:r>
              <a:rPr lang="en-US" sz="1000" dirty="0" err="1"/>
              <a:t>amet</a:t>
            </a:r>
            <a:endParaRPr lang="en-US" sz="1000" dirty="0"/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6999B1B2-E2AD-8EEF-1677-FC126D0856FC}"/>
              </a:ext>
            </a:extLst>
          </p:cNvPr>
          <p:cNvSpPr txBox="1"/>
          <p:nvPr/>
        </p:nvSpPr>
        <p:spPr>
          <a:xfrm>
            <a:off x="3747529" y="3037403"/>
            <a:ext cx="1387078" cy="783193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Lorem ipsum dolor sit </a:t>
            </a:r>
            <a:r>
              <a:rPr lang="en-US" sz="1000" dirty="0" err="1"/>
              <a:t>amet</a:t>
            </a:r>
            <a:r>
              <a:rPr lang="en-US" sz="1000" dirty="0"/>
              <a:t>, </a:t>
            </a:r>
            <a:r>
              <a:rPr lang="en-US" sz="1000" dirty="0" err="1"/>
              <a:t>consectetur</a:t>
            </a:r>
            <a:r>
              <a:rPr lang="en-US" sz="1000" dirty="0"/>
              <a:t> </a:t>
            </a:r>
            <a:r>
              <a:rPr lang="en-US" sz="1000" dirty="0" err="1"/>
              <a:t>adipiscing</a:t>
            </a:r>
            <a:r>
              <a:rPr lang="en-US" sz="1000" dirty="0"/>
              <a:t> </a:t>
            </a:r>
            <a:r>
              <a:rPr lang="en-US" sz="1000" dirty="0" err="1"/>
              <a:t>elit</a:t>
            </a:r>
            <a:endParaRPr lang="en-US" sz="1000" dirty="0"/>
          </a:p>
        </p:txBody>
      </p: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0FDC481B-6A78-1CF1-FC5A-12092EEDDA06}"/>
              </a:ext>
            </a:extLst>
          </p:cNvPr>
          <p:cNvSpPr/>
          <p:nvPr/>
        </p:nvSpPr>
        <p:spPr>
          <a:xfrm>
            <a:off x="3747529" y="1594493"/>
            <a:ext cx="1387078" cy="401680"/>
          </a:xfrm>
          <a:prstGeom prst="roundRect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000" dirty="0" err="1"/>
              <a:t>Lorem</a:t>
            </a:r>
            <a:r>
              <a:rPr lang="it-IT" sz="1000" dirty="0"/>
              <a:t> </a:t>
            </a:r>
            <a:r>
              <a:rPr lang="it-IT" sz="1000" dirty="0" err="1"/>
              <a:t>ipsum</a:t>
            </a:r>
            <a:endParaRPr lang="en-US" sz="1000" dirty="0"/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F042928C-E6F1-9D2B-6863-C1877EE56F1F}"/>
              </a:ext>
            </a:extLst>
          </p:cNvPr>
          <p:cNvSpPr txBox="1"/>
          <p:nvPr/>
        </p:nvSpPr>
        <p:spPr>
          <a:xfrm>
            <a:off x="5402460" y="2725906"/>
            <a:ext cx="1387079" cy="1406188"/>
          </a:xfrm>
          <a:prstGeom prst="diamond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Lorem ipsum dolor sit </a:t>
            </a:r>
            <a:r>
              <a:rPr lang="en-US" sz="1000" dirty="0" err="1"/>
              <a:t>amet</a:t>
            </a:r>
            <a:endParaRPr lang="en-US" sz="1000" dirty="0"/>
          </a:p>
        </p:txBody>
      </p:sp>
      <p:sp>
        <p:nvSpPr>
          <p:cNvPr id="38" name="Rettangolo con angoli arrotondati 37">
            <a:extLst>
              <a:ext uri="{FF2B5EF4-FFF2-40B4-BE49-F238E27FC236}">
                <a16:creationId xmlns:a16="http://schemas.microsoft.com/office/drawing/2014/main" id="{87E5546D-7322-5D30-6BCF-0B42000FD8AD}"/>
              </a:ext>
            </a:extLst>
          </p:cNvPr>
          <p:cNvSpPr/>
          <p:nvPr/>
        </p:nvSpPr>
        <p:spPr>
          <a:xfrm>
            <a:off x="5402460" y="5046929"/>
            <a:ext cx="1387078" cy="401680"/>
          </a:xfrm>
          <a:prstGeom prst="roundRect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000" dirty="0" err="1"/>
              <a:t>Lorem</a:t>
            </a:r>
            <a:r>
              <a:rPr lang="it-IT" sz="1000" dirty="0"/>
              <a:t> </a:t>
            </a:r>
            <a:r>
              <a:rPr lang="it-IT" sz="1000" dirty="0" err="1"/>
              <a:t>ipsum</a:t>
            </a:r>
            <a:endParaRPr lang="en-US" sz="1000" dirty="0"/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CF27B45E-506B-520D-F349-2221F0615346}"/>
              </a:ext>
            </a:extLst>
          </p:cNvPr>
          <p:cNvSpPr txBox="1"/>
          <p:nvPr/>
        </p:nvSpPr>
        <p:spPr>
          <a:xfrm>
            <a:off x="7172685" y="3037403"/>
            <a:ext cx="1387078" cy="783193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Lorem ipsum dolor sit </a:t>
            </a:r>
            <a:r>
              <a:rPr lang="en-US" sz="1000" dirty="0" err="1"/>
              <a:t>amet</a:t>
            </a:r>
            <a:r>
              <a:rPr lang="en-US" sz="1000" dirty="0"/>
              <a:t>, </a:t>
            </a:r>
            <a:r>
              <a:rPr lang="en-US" sz="1000" dirty="0" err="1"/>
              <a:t>consectetur</a:t>
            </a:r>
            <a:r>
              <a:rPr lang="en-US" sz="1000" dirty="0"/>
              <a:t> </a:t>
            </a:r>
            <a:r>
              <a:rPr lang="en-US" sz="1000" dirty="0" err="1"/>
              <a:t>adipiscing</a:t>
            </a:r>
            <a:r>
              <a:rPr lang="en-US" sz="1000" dirty="0"/>
              <a:t> </a:t>
            </a:r>
            <a:r>
              <a:rPr lang="en-US" sz="1000" dirty="0" err="1"/>
              <a:t>elit</a:t>
            </a:r>
            <a:endParaRPr lang="en-US" sz="1000" dirty="0"/>
          </a:p>
        </p:txBody>
      </p:sp>
      <p:sp>
        <p:nvSpPr>
          <p:cNvPr id="40" name="Rettangolo con angoli arrotondati 39">
            <a:extLst>
              <a:ext uri="{FF2B5EF4-FFF2-40B4-BE49-F238E27FC236}">
                <a16:creationId xmlns:a16="http://schemas.microsoft.com/office/drawing/2014/main" id="{F98AD8CD-9690-8FBC-FB8B-00888CE5A680}"/>
              </a:ext>
            </a:extLst>
          </p:cNvPr>
          <p:cNvSpPr/>
          <p:nvPr/>
        </p:nvSpPr>
        <p:spPr>
          <a:xfrm>
            <a:off x="7172685" y="5046929"/>
            <a:ext cx="1387078" cy="401680"/>
          </a:xfrm>
          <a:prstGeom prst="roundRect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000" dirty="0" err="1"/>
              <a:t>Lorem</a:t>
            </a:r>
            <a:r>
              <a:rPr lang="it-IT" sz="1000" dirty="0"/>
              <a:t> </a:t>
            </a:r>
            <a:r>
              <a:rPr lang="it-IT" sz="1000" dirty="0" err="1"/>
              <a:t>ipsum</a:t>
            </a:r>
            <a:endParaRPr lang="en-US" sz="1000" dirty="0"/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FD1B8EE6-256F-13EF-C13E-22729DD2A02A}"/>
              </a:ext>
            </a:extLst>
          </p:cNvPr>
          <p:cNvSpPr txBox="1"/>
          <p:nvPr/>
        </p:nvSpPr>
        <p:spPr>
          <a:xfrm>
            <a:off x="8872717" y="3037403"/>
            <a:ext cx="1387078" cy="783193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Lorem ipsum dolor sit </a:t>
            </a:r>
            <a:r>
              <a:rPr lang="en-US" sz="1000" dirty="0" err="1"/>
              <a:t>amet</a:t>
            </a:r>
            <a:r>
              <a:rPr lang="en-US" sz="1000" dirty="0"/>
              <a:t>, </a:t>
            </a:r>
            <a:r>
              <a:rPr lang="en-US" sz="1000" dirty="0" err="1"/>
              <a:t>consectetur</a:t>
            </a:r>
            <a:r>
              <a:rPr lang="en-US" sz="1000" dirty="0"/>
              <a:t> </a:t>
            </a:r>
            <a:r>
              <a:rPr lang="en-US" sz="1000" dirty="0" err="1"/>
              <a:t>adipiscing</a:t>
            </a:r>
            <a:r>
              <a:rPr lang="en-US" sz="1000" dirty="0"/>
              <a:t> </a:t>
            </a:r>
            <a:r>
              <a:rPr lang="en-US" sz="1000" dirty="0" err="1"/>
              <a:t>elit</a:t>
            </a:r>
            <a:endParaRPr lang="en-US" sz="1000" dirty="0"/>
          </a:p>
        </p:txBody>
      </p:sp>
      <p:cxnSp>
        <p:nvCxnSpPr>
          <p:cNvPr id="42" name="Connettore 2 41">
            <a:extLst>
              <a:ext uri="{FF2B5EF4-FFF2-40B4-BE49-F238E27FC236}">
                <a16:creationId xmlns:a16="http://schemas.microsoft.com/office/drawing/2014/main" id="{A7F49A9E-1E5C-A6A2-DD02-CB8175911992}"/>
              </a:ext>
            </a:extLst>
          </p:cNvPr>
          <p:cNvCxnSpPr>
            <a:cxnSpLocks/>
            <a:stCxn id="8" idx="3"/>
            <a:endCxn id="31" idx="1"/>
          </p:cNvCxnSpPr>
          <p:nvPr/>
        </p:nvCxnSpPr>
        <p:spPr>
          <a:xfrm>
            <a:off x="1619251" y="3429000"/>
            <a:ext cx="38314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ttore 2 46">
            <a:extLst>
              <a:ext uri="{FF2B5EF4-FFF2-40B4-BE49-F238E27FC236}">
                <a16:creationId xmlns:a16="http://schemas.microsoft.com/office/drawing/2014/main" id="{167F282A-DEC3-282A-9A8A-7D555698B70E}"/>
              </a:ext>
            </a:extLst>
          </p:cNvPr>
          <p:cNvCxnSpPr>
            <a:cxnSpLocks/>
            <a:stCxn id="41" idx="3"/>
            <a:endCxn id="16" idx="1"/>
          </p:cNvCxnSpPr>
          <p:nvPr/>
        </p:nvCxnSpPr>
        <p:spPr>
          <a:xfrm flipV="1">
            <a:off x="10259795" y="3428999"/>
            <a:ext cx="312954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ttore 2 55">
            <a:extLst>
              <a:ext uri="{FF2B5EF4-FFF2-40B4-BE49-F238E27FC236}">
                <a16:creationId xmlns:a16="http://schemas.microsoft.com/office/drawing/2014/main" id="{19FE752E-D843-83BD-AD39-32AA198E16F6}"/>
              </a:ext>
            </a:extLst>
          </p:cNvPr>
          <p:cNvCxnSpPr>
            <a:cxnSpLocks/>
            <a:stCxn id="31" idx="3"/>
            <a:endCxn id="32" idx="1"/>
          </p:cNvCxnSpPr>
          <p:nvPr/>
        </p:nvCxnSpPr>
        <p:spPr>
          <a:xfrm>
            <a:off x="3389475" y="3429000"/>
            <a:ext cx="35805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ttore 2 61">
            <a:extLst>
              <a:ext uri="{FF2B5EF4-FFF2-40B4-BE49-F238E27FC236}">
                <a16:creationId xmlns:a16="http://schemas.microsoft.com/office/drawing/2014/main" id="{D0266A06-CE68-AD63-AFF5-8D42F7A6C14A}"/>
              </a:ext>
            </a:extLst>
          </p:cNvPr>
          <p:cNvCxnSpPr>
            <a:cxnSpLocks/>
            <a:stCxn id="32" idx="3"/>
            <a:endCxn id="37" idx="1"/>
          </p:cNvCxnSpPr>
          <p:nvPr/>
        </p:nvCxnSpPr>
        <p:spPr>
          <a:xfrm>
            <a:off x="5134607" y="3429000"/>
            <a:ext cx="26785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1" name="Connettore 2 2050">
            <a:extLst>
              <a:ext uri="{FF2B5EF4-FFF2-40B4-BE49-F238E27FC236}">
                <a16:creationId xmlns:a16="http://schemas.microsoft.com/office/drawing/2014/main" id="{20934A5A-7D50-5E20-428C-1D6ED76AD261}"/>
              </a:ext>
            </a:extLst>
          </p:cNvPr>
          <p:cNvCxnSpPr>
            <a:cxnSpLocks/>
            <a:stCxn id="30" idx="2"/>
            <a:endCxn id="31" idx="0"/>
          </p:cNvCxnSpPr>
          <p:nvPr/>
        </p:nvCxnSpPr>
        <p:spPr>
          <a:xfrm>
            <a:off x="2695936" y="1996173"/>
            <a:ext cx="0" cy="7297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4" name="Connettore 2 2053">
            <a:extLst>
              <a:ext uri="{FF2B5EF4-FFF2-40B4-BE49-F238E27FC236}">
                <a16:creationId xmlns:a16="http://schemas.microsoft.com/office/drawing/2014/main" id="{EA76A82C-0365-DF97-4D45-F76A78E8FC28}"/>
              </a:ext>
            </a:extLst>
          </p:cNvPr>
          <p:cNvCxnSpPr>
            <a:cxnSpLocks/>
            <a:stCxn id="33" idx="2"/>
            <a:endCxn id="32" idx="0"/>
          </p:cNvCxnSpPr>
          <p:nvPr/>
        </p:nvCxnSpPr>
        <p:spPr>
          <a:xfrm>
            <a:off x="4441068" y="1996173"/>
            <a:ext cx="0" cy="104123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7" name="Connettore 2 2056">
            <a:extLst>
              <a:ext uri="{FF2B5EF4-FFF2-40B4-BE49-F238E27FC236}">
                <a16:creationId xmlns:a16="http://schemas.microsoft.com/office/drawing/2014/main" id="{6F36EC75-85C9-53B0-31AB-1BD053B53548}"/>
              </a:ext>
            </a:extLst>
          </p:cNvPr>
          <p:cNvCxnSpPr>
            <a:cxnSpLocks/>
            <a:stCxn id="30" idx="3"/>
            <a:endCxn id="33" idx="1"/>
          </p:cNvCxnSpPr>
          <p:nvPr/>
        </p:nvCxnSpPr>
        <p:spPr>
          <a:xfrm>
            <a:off x="3389475" y="1795333"/>
            <a:ext cx="35805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0" name="Connettore 2 2059">
            <a:extLst>
              <a:ext uri="{FF2B5EF4-FFF2-40B4-BE49-F238E27FC236}">
                <a16:creationId xmlns:a16="http://schemas.microsoft.com/office/drawing/2014/main" id="{17F2B71A-CED8-2EFB-3536-E4F9230BE3AE}"/>
              </a:ext>
            </a:extLst>
          </p:cNvPr>
          <p:cNvCxnSpPr>
            <a:cxnSpLocks/>
            <a:stCxn id="37" idx="3"/>
            <a:endCxn id="39" idx="1"/>
          </p:cNvCxnSpPr>
          <p:nvPr/>
        </p:nvCxnSpPr>
        <p:spPr>
          <a:xfrm>
            <a:off x="6789539" y="3429000"/>
            <a:ext cx="38314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3" name="Connettore 2 2062">
            <a:extLst>
              <a:ext uri="{FF2B5EF4-FFF2-40B4-BE49-F238E27FC236}">
                <a16:creationId xmlns:a16="http://schemas.microsoft.com/office/drawing/2014/main" id="{DE50F2A2-9CD3-2D0F-8FEF-7EC500376260}"/>
              </a:ext>
            </a:extLst>
          </p:cNvPr>
          <p:cNvCxnSpPr>
            <a:cxnSpLocks/>
            <a:stCxn id="37" idx="2"/>
            <a:endCxn id="38" idx="0"/>
          </p:cNvCxnSpPr>
          <p:nvPr/>
        </p:nvCxnSpPr>
        <p:spPr>
          <a:xfrm flipH="1">
            <a:off x="6095999" y="4132094"/>
            <a:ext cx="1" cy="9148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6" name="Connettore 2 2065">
            <a:extLst>
              <a:ext uri="{FF2B5EF4-FFF2-40B4-BE49-F238E27FC236}">
                <a16:creationId xmlns:a16="http://schemas.microsoft.com/office/drawing/2014/main" id="{8A19D5B0-6EA8-B304-78AB-A43322461EDD}"/>
              </a:ext>
            </a:extLst>
          </p:cNvPr>
          <p:cNvCxnSpPr>
            <a:cxnSpLocks/>
            <a:stCxn id="38" idx="3"/>
            <a:endCxn id="40" idx="1"/>
          </p:cNvCxnSpPr>
          <p:nvPr/>
        </p:nvCxnSpPr>
        <p:spPr>
          <a:xfrm>
            <a:off x="6789538" y="5247769"/>
            <a:ext cx="38314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9" name="Connettore 2 2068">
            <a:extLst>
              <a:ext uri="{FF2B5EF4-FFF2-40B4-BE49-F238E27FC236}">
                <a16:creationId xmlns:a16="http://schemas.microsoft.com/office/drawing/2014/main" id="{92F3DC80-2EEB-639A-1E94-C87EB69F3763}"/>
              </a:ext>
            </a:extLst>
          </p:cNvPr>
          <p:cNvCxnSpPr>
            <a:cxnSpLocks/>
            <a:stCxn id="40" idx="0"/>
            <a:endCxn id="39" idx="2"/>
          </p:cNvCxnSpPr>
          <p:nvPr/>
        </p:nvCxnSpPr>
        <p:spPr>
          <a:xfrm flipV="1">
            <a:off x="7866224" y="3820596"/>
            <a:ext cx="0" cy="12263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2" name="Connettore 2 2071">
            <a:extLst>
              <a:ext uri="{FF2B5EF4-FFF2-40B4-BE49-F238E27FC236}">
                <a16:creationId xmlns:a16="http://schemas.microsoft.com/office/drawing/2014/main" id="{20357B2A-EDAF-7ADB-2116-C7F08148E84E}"/>
              </a:ext>
            </a:extLst>
          </p:cNvPr>
          <p:cNvCxnSpPr>
            <a:cxnSpLocks/>
            <a:stCxn id="39" idx="3"/>
            <a:endCxn id="41" idx="1"/>
          </p:cNvCxnSpPr>
          <p:nvPr/>
        </p:nvCxnSpPr>
        <p:spPr>
          <a:xfrm>
            <a:off x="8559763" y="3429000"/>
            <a:ext cx="31295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95360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llaDiTesto 6">
            <a:extLst>
              <a:ext uri="{FF2B5EF4-FFF2-40B4-BE49-F238E27FC236}">
                <a16:creationId xmlns:a16="http://schemas.microsoft.com/office/drawing/2014/main" id="{A454E677-B75E-1E81-47D4-2EAFB649D43A}"/>
              </a:ext>
            </a:extLst>
          </p:cNvPr>
          <p:cNvSpPr txBox="1"/>
          <p:nvPr/>
        </p:nvSpPr>
        <p:spPr>
          <a:xfrm>
            <a:off x="2415051" y="395362"/>
            <a:ext cx="74909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4"/>
                </a:solidFill>
                <a:latin typeface="+mj-lt"/>
              </a:rPr>
              <a:t>Progress bar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2635406-30CC-10BE-CA48-40D0FB97687A}"/>
              </a:ext>
            </a:extLst>
          </p:cNvPr>
          <p:cNvSpPr txBox="1"/>
          <p:nvPr/>
        </p:nvSpPr>
        <p:spPr>
          <a:xfrm>
            <a:off x="3162719" y="1626468"/>
            <a:ext cx="59956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spc="0" dirty="0">
                <a:solidFill>
                  <a:schemeClr val="accent4"/>
                </a:solidFill>
                <a:latin typeface="+mn-lt"/>
              </a:rPr>
              <a:t>Lorem ipsum dolor sit </a:t>
            </a:r>
            <a:r>
              <a:rPr lang="en-US" sz="1400" spc="0" dirty="0" err="1">
                <a:solidFill>
                  <a:schemeClr val="accent4"/>
                </a:solidFill>
                <a:latin typeface="+mn-lt"/>
              </a:rPr>
              <a:t>amet</a:t>
            </a:r>
            <a:r>
              <a:rPr lang="en-US" sz="1400" spc="0" dirty="0">
                <a:solidFill>
                  <a:schemeClr val="accent4"/>
                </a:solidFill>
                <a:latin typeface="+mn-lt"/>
              </a:rPr>
              <a:t>, </a:t>
            </a:r>
            <a:r>
              <a:rPr lang="en-US" sz="1400" spc="0" dirty="0" err="1">
                <a:solidFill>
                  <a:schemeClr val="accent4"/>
                </a:solidFill>
                <a:latin typeface="+mn-lt"/>
              </a:rPr>
              <a:t>consectetur</a:t>
            </a:r>
            <a:r>
              <a:rPr lang="en-US" sz="1400" spc="0" dirty="0">
                <a:solidFill>
                  <a:schemeClr val="accent4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accent4"/>
                </a:solidFill>
                <a:latin typeface="+mn-lt"/>
              </a:rPr>
              <a:t>adipiscing</a:t>
            </a:r>
            <a:r>
              <a:rPr lang="en-US" sz="1400" spc="0" dirty="0">
                <a:solidFill>
                  <a:schemeClr val="accent4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accent4"/>
                </a:solidFill>
                <a:latin typeface="+mn-lt"/>
              </a:rPr>
              <a:t>elit</a:t>
            </a:r>
            <a:r>
              <a:rPr lang="en-US" sz="1400" spc="0" dirty="0">
                <a:solidFill>
                  <a:schemeClr val="accent4"/>
                </a:solidFill>
                <a:latin typeface="+mn-lt"/>
              </a:rPr>
              <a:t>, sed do </a:t>
            </a:r>
            <a:r>
              <a:rPr lang="en-US" sz="1400" spc="0" dirty="0" err="1">
                <a:solidFill>
                  <a:schemeClr val="accent4"/>
                </a:solidFill>
                <a:latin typeface="+mn-lt"/>
              </a:rPr>
              <a:t>eiusmod</a:t>
            </a:r>
            <a:r>
              <a:rPr lang="en-US" sz="1400" spc="0" dirty="0">
                <a:solidFill>
                  <a:schemeClr val="accent4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accent4"/>
                </a:solidFill>
                <a:latin typeface="+mn-lt"/>
              </a:rPr>
              <a:t>tempor</a:t>
            </a:r>
            <a:r>
              <a:rPr lang="en-US" sz="1400" spc="0" dirty="0">
                <a:solidFill>
                  <a:schemeClr val="accent4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accent4"/>
                </a:solidFill>
                <a:latin typeface="+mn-lt"/>
              </a:rPr>
              <a:t>incididunt</a:t>
            </a:r>
            <a:r>
              <a:rPr lang="en-US" sz="1400" spc="0" dirty="0">
                <a:solidFill>
                  <a:schemeClr val="accent4"/>
                </a:solidFill>
                <a:latin typeface="+mn-lt"/>
              </a:rPr>
              <a:t> </a:t>
            </a:r>
            <a:r>
              <a:rPr lang="en-US" sz="1400" spc="0" dirty="0" err="1">
                <a:solidFill>
                  <a:schemeClr val="accent4"/>
                </a:solidFill>
                <a:latin typeface="+mn-lt"/>
              </a:rPr>
              <a:t>ut</a:t>
            </a:r>
            <a:r>
              <a:rPr lang="en-US" sz="1400" spc="0" dirty="0">
                <a:solidFill>
                  <a:schemeClr val="accent4"/>
                </a:solidFill>
                <a:latin typeface="+mn-lt"/>
              </a:rPr>
              <a:t> labore et dolore magna </a:t>
            </a:r>
            <a:r>
              <a:rPr lang="en-US" sz="1400" spc="0" dirty="0" err="1">
                <a:solidFill>
                  <a:schemeClr val="accent4"/>
                </a:solidFill>
                <a:latin typeface="+mn-lt"/>
              </a:rPr>
              <a:t>aliqua</a:t>
            </a:r>
            <a:r>
              <a:rPr lang="en-US" sz="1400" spc="0" dirty="0">
                <a:solidFill>
                  <a:schemeClr val="accent4"/>
                </a:solidFill>
                <a:latin typeface="+mn-lt"/>
              </a:rPr>
              <a:t>.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07F2CDE5-92CD-02DB-A275-437FF4BF2557}"/>
              </a:ext>
            </a:extLst>
          </p:cNvPr>
          <p:cNvSpPr txBox="1"/>
          <p:nvPr/>
        </p:nvSpPr>
        <p:spPr>
          <a:xfrm>
            <a:off x="964593" y="3832478"/>
            <a:ext cx="10426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spc="0" dirty="0">
                <a:solidFill>
                  <a:schemeClr val="accent4"/>
                </a:solidFill>
                <a:latin typeface="+mj-lt"/>
              </a:rPr>
              <a:t>Start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50DCD5EF-980D-93BC-4399-D060A9913ED5}"/>
              </a:ext>
            </a:extLst>
          </p:cNvPr>
          <p:cNvSpPr txBox="1"/>
          <p:nvPr/>
        </p:nvSpPr>
        <p:spPr>
          <a:xfrm>
            <a:off x="10184793" y="3832478"/>
            <a:ext cx="10426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spc="0" dirty="0">
                <a:solidFill>
                  <a:schemeClr val="accent4"/>
                </a:solidFill>
                <a:latin typeface="+mj-lt"/>
              </a:rPr>
              <a:t>Finish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C531A2CE-A7A1-F850-F48A-EDA35172D8EE}"/>
              </a:ext>
            </a:extLst>
          </p:cNvPr>
          <p:cNvSpPr txBox="1"/>
          <p:nvPr/>
        </p:nvSpPr>
        <p:spPr>
          <a:xfrm>
            <a:off x="7783888" y="3832478"/>
            <a:ext cx="14260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spc="0" dirty="0">
                <a:solidFill>
                  <a:schemeClr val="accent4"/>
                </a:solidFill>
                <a:latin typeface="+mn-lt"/>
              </a:rPr>
              <a:t>Milestone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6243A226-6650-A415-A9CA-A3672C760E27}"/>
              </a:ext>
            </a:extLst>
          </p:cNvPr>
          <p:cNvSpPr txBox="1"/>
          <p:nvPr/>
        </p:nvSpPr>
        <p:spPr>
          <a:xfrm>
            <a:off x="2982082" y="3832478"/>
            <a:ext cx="14260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spc="0" dirty="0">
                <a:solidFill>
                  <a:schemeClr val="accent4"/>
                </a:solidFill>
                <a:latin typeface="+mn-lt"/>
              </a:rPr>
              <a:t>Milestone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9AF28F49-5C0E-8C24-7AAE-27FF3277F55B}"/>
              </a:ext>
            </a:extLst>
          </p:cNvPr>
          <p:cNvSpPr txBox="1"/>
          <p:nvPr/>
        </p:nvSpPr>
        <p:spPr>
          <a:xfrm>
            <a:off x="5382985" y="3832478"/>
            <a:ext cx="14260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spc="0" dirty="0">
                <a:solidFill>
                  <a:schemeClr val="accent4"/>
                </a:solidFill>
                <a:latin typeface="+mn-lt"/>
              </a:rPr>
              <a:t>Milestone</a:t>
            </a:r>
          </a:p>
        </p:txBody>
      </p:sp>
    </p:spTree>
    <p:extLst>
      <p:ext uri="{BB962C8B-B14F-4D97-AF65-F5344CB8AC3E}">
        <p14:creationId xmlns:p14="http://schemas.microsoft.com/office/powerpoint/2010/main" val="24989151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sellaDiTesto 9">
            <a:extLst>
              <a:ext uri="{FF2B5EF4-FFF2-40B4-BE49-F238E27FC236}">
                <a16:creationId xmlns:a16="http://schemas.microsoft.com/office/drawing/2014/main" id="{4FBFF8B7-9CDE-A055-A1EF-744EAE25DB55}"/>
              </a:ext>
            </a:extLst>
          </p:cNvPr>
          <p:cNvSpPr txBox="1"/>
          <p:nvPr/>
        </p:nvSpPr>
        <p:spPr>
          <a:xfrm>
            <a:off x="3457577" y="2326725"/>
            <a:ext cx="5276846" cy="3605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it-IT" sz="1400" spc="0" dirty="0" err="1"/>
              <a:t>Lorem</a:t>
            </a:r>
            <a:r>
              <a:rPr lang="it-IT" sz="1400" spc="0" dirty="0"/>
              <a:t> </a:t>
            </a:r>
            <a:r>
              <a:rPr lang="it-IT" sz="1400" spc="0" dirty="0" err="1"/>
              <a:t>ipsum</a:t>
            </a:r>
            <a:r>
              <a:rPr lang="it-IT" sz="1400" spc="0" dirty="0"/>
              <a:t> dolor </a:t>
            </a:r>
            <a:r>
              <a:rPr lang="it-IT" sz="1400" spc="0" dirty="0" err="1"/>
              <a:t>sit</a:t>
            </a:r>
            <a:r>
              <a:rPr lang="it-IT" sz="1400" spc="0" dirty="0"/>
              <a:t> </a:t>
            </a:r>
            <a:r>
              <a:rPr lang="it-IT" sz="1400" spc="0" dirty="0" err="1"/>
              <a:t>amet</a:t>
            </a:r>
            <a:r>
              <a:rPr lang="it-IT" sz="1400" spc="0" dirty="0"/>
              <a:t>, </a:t>
            </a:r>
            <a:r>
              <a:rPr lang="it-IT" sz="1400" spc="0" dirty="0" err="1"/>
              <a:t>consectetur</a:t>
            </a:r>
            <a:r>
              <a:rPr lang="it-IT" sz="1400" spc="0" dirty="0"/>
              <a:t> </a:t>
            </a:r>
            <a:r>
              <a:rPr lang="it-IT" sz="1400" spc="0" dirty="0" err="1"/>
              <a:t>adipiscing</a:t>
            </a:r>
            <a:r>
              <a:rPr lang="it-IT" sz="1400" spc="0" dirty="0"/>
              <a:t> </a:t>
            </a:r>
            <a:r>
              <a:rPr lang="it-IT" sz="1400" spc="0" dirty="0" err="1"/>
              <a:t>elit</a:t>
            </a:r>
            <a:r>
              <a:rPr lang="it-IT" sz="1400" spc="0" dirty="0"/>
              <a:t>, sed do </a:t>
            </a:r>
            <a:r>
              <a:rPr lang="it-IT" sz="1400" spc="0" dirty="0" err="1"/>
              <a:t>eiusmod</a:t>
            </a:r>
            <a:r>
              <a:rPr lang="it-IT" sz="1400" spc="0" dirty="0"/>
              <a:t> </a:t>
            </a:r>
            <a:r>
              <a:rPr lang="it-IT" sz="1400" spc="0" dirty="0" err="1"/>
              <a:t>tempor</a:t>
            </a:r>
            <a:r>
              <a:rPr lang="it-IT" sz="1400" spc="0" dirty="0"/>
              <a:t> </a:t>
            </a:r>
            <a:r>
              <a:rPr lang="it-IT" sz="1400" spc="0" dirty="0" err="1"/>
              <a:t>incididunt</a:t>
            </a:r>
            <a:r>
              <a:rPr lang="it-IT" sz="1400" spc="0" dirty="0"/>
              <a:t> ut labore et dolore magna </a:t>
            </a:r>
            <a:r>
              <a:rPr lang="it-IT" sz="1400" spc="0" dirty="0" err="1"/>
              <a:t>aliqua</a:t>
            </a:r>
            <a:r>
              <a:rPr lang="it-IT" sz="1400" spc="0" dirty="0"/>
              <a:t>.</a:t>
            </a:r>
          </a:p>
          <a:p>
            <a:pPr algn="just">
              <a:lnSpc>
                <a:spcPct val="150000"/>
              </a:lnSpc>
            </a:pPr>
            <a:endParaRPr lang="it-IT" sz="1400" spc="0" dirty="0"/>
          </a:p>
          <a:p>
            <a:pPr algn="just">
              <a:lnSpc>
                <a:spcPct val="150000"/>
              </a:lnSpc>
            </a:pPr>
            <a:r>
              <a:rPr lang="it-IT" sz="1400" spc="0" dirty="0"/>
              <a:t>Ut </a:t>
            </a:r>
            <a:r>
              <a:rPr lang="it-IT" sz="1400" spc="0" dirty="0" err="1"/>
              <a:t>enim</a:t>
            </a:r>
            <a:r>
              <a:rPr lang="it-IT" sz="1400" spc="0" dirty="0"/>
              <a:t> ad </a:t>
            </a:r>
            <a:r>
              <a:rPr lang="it-IT" sz="1400" spc="0" dirty="0" err="1"/>
              <a:t>minim</a:t>
            </a:r>
            <a:r>
              <a:rPr lang="it-IT" sz="1400" spc="0" dirty="0"/>
              <a:t> </a:t>
            </a:r>
            <a:r>
              <a:rPr lang="it-IT" sz="1400" spc="0" dirty="0" err="1"/>
              <a:t>veniam</a:t>
            </a:r>
            <a:r>
              <a:rPr lang="it-IT" sz="1400" spc="0" dirty="0"/>
              <a:t>, </a:t>
            </a:r>
            <a:r>
              <a:rPr lang="it-IT" sz="1400" spc="0" dirty="0" err="1"/>
              <a:t>quis</a:t>
            </a:r>
            <a:r>
              <a:rPr lang="it-IT" sz="1400" spc="0" dirty="0"/>
              <a:t> </a:t>
            </a:r>
            <a:r>
              <a:rPr lang="it-IT" sz="1400" spc="0" dirty="0" err="1"/>
              <a:t>nostrud</a:t>
            </a:r>
            <a:r>
              <a:rPr lang="it-IT" sz="1400" spc="0" dirty="0"/>
              <a:t> </a:t>
            </a:r>
            <a:r>
              <a:rPr lang="it-IT" sz="1400" spc="0" dirty="0" err="1"/>
              <a:t>exercitation</a:t>
            </a:r>
            <a:r>
              <a:rPr lang="it-IT" sz="1400" spc="0" dirty="0"/>
              <a:t> </a:t>
            </a:r>
            <a:r>
              <a:rPr lang="it-IT" sz="1400" spc="0" dirty="0" err="1"/>
              <a:t>ullamco</a:t>
            </a:r>
            <a:r>
              <a:rPr lang="it-IT" sz="1400" spc="0" dirty="0"/>
              <a:t> </a:t>
            </a:r>
            <a:r>
              <a:rPr lang="it-IT" sz="1400" spc="0" dirty="0" err="1"/>
              <a:t>laboris</a:t>
            </a:r>
            <a:r>
              <a:rPr lang="it-IT" sz="1400" spc="0" dirty="0"/>
              <a:t> </a:t>
            </a:r>
            <a:r>
              <a:rPr lang="it-IT" sz="1400" spc="0" dirty="0" err="1"/>
              <a:t>nisi</a:t>
            </a:r>
            <a:r>
              <a:rPr lang="it-IT" sz="1400" spc="0" dirty="0"/>
              <a:t> ut </a:t>
            </a:r>
            <a:r>
              <a:rPr lang="it-IT" sz="1400" spc="0" dirty="0" err="1"/>
              <a:t>aliquip</a:t>
            </a:r>
            <a:r>
              <a:rPr lang="it-IT" sz="1400" spc="0" dirty="0"/>
              <a:t> ex ea commodo </a:t>
            </a:r>
            <a:r>
              <a:rPr lang="it-IT" sz="1400" spc="0" dirty="0" err="1"/>
              <a:t>consequat</a:t>
            </a:r>
            <a:r>
              <a:rPr lang="it-IT" sz="1400" spc="0" dirty="0"/>
              <a:t>. </a:t>
            </a:r>
            <a:r>
              <a:rPr lang="it-IT" sz="1400" spc="0" dirty="0" err="1"/>
              <a:t>Duis</a:t>
            </a:r>
            <a:r>
              <a:rPr lang="it-IT" sz="1400" spc="0" dirty="0"/>
              <a:t> </a:t>
            </a:r>
            <a:r>
              <a:rPr lang="it-IT" sz="1400" spc="0" dirty="0" err="1"/>
              <a:t>aute</a:t>
            </a:r>
            <a:r>
              <a:rPr lang="it-IT" sz="1400" spc="0" dirty="0"/>
              <a:t> </a:t>
            </a:r>
            <a:r>
              <a:rPr lang="it-IT" sz="1400" spc="0" dirty="0" err="1"/>
              <a:t>irure</a:t>
            </a:r>
            <a:r>
              <a:rPr lang="it-IT" sz="1400" spc="0" dirty="0"/>
              <a:t> dolor in </a:t>
            </a:r>
            <a:r>
              <a:rPr lang="it-IT" sz="1400" spc="0" dirty="0" err="1"/>
              <a:t>reprehenderit</a:t>
            </a:r>
            <a:r>
              <a:rPr lang="it-IT" sz="1400" spc="0" dirty="0"/>
              <a:t> in </a:t>
            </a:r>
            <a:r>
              <a:rPr lang="it-IT" sz="1400" spc="0" dirty="0" err="1"/>
              <a:t>voluptate</a:t>
            </a:r>
            <a:r>
              <a:rPr lang="it-IT" sz="1400" spc="0" dirty="0"/>
              <a:t> </a:t>
            </a:r>
            <a:r>
              <a:rPr lang="it-IT" sz="1400" spc="0" dirty="0" err="1"/>
              <a:t>velit</a:t>
            </a:r>
            <a:r>
              <a:rPr lang="it-IT" sz="1400" spc="0" dirty="0"/>
              <a:t> esse </a:t>
            </a:r>
            <a:r>
              <a:rPr lang="it-IT" sz="1400" spc="0" dirty="0" err="1"/>
              <a:t>cillum</a:t>
            </a:r>
            <a:r>
              <a:rPr lang="it-IT" sz="1400" spc="0" dirty="0"/>
              <a:t> dolore </a:t>
            </a:r>
            <a:r>
              <a:rPr lang="it-IT" sz="1400" spc="0" dirty="0" err="1"/>
              <a:t>eu</a:t>
            </a:r>
            <a:r>
              <a:rPr lang="it-IT" sz="1400" spc="0" dirty="0"/>
              <a:t> </a:t>
            </a:r>
            <a:r>
              <a:rPr lang="it-IT" sz="1400" spc="0" dirty="0" err="1"/>
              <a:t>fugiat</a:t>
            </a:r>
            <a:r>
              <a:rPr lang="it-IT" sz="1400" spc="0" dirty="0"/>
              <a:t> nulla </a:t>
            </a:r>
            <a:r>
              <a:rPr lang="it-IT" sz="1400" spc="0" dirty="0" err="1"/>
              <a:t>pariatur</a:t>
            </a:r>
            <a:r>
              <a:rPr lang="it-IT" sz="1400" spc="0" dirty="0"/>
              <a:t>.</a:t>
            </a:r>
          </a:p>
          <a:p>
            <a:pPr algn="just">
              <a:lnSpc>
                <a:spcPct val="150000"/>
              </a:lnSpc>
            </a:pPr>
            <a:endParaRPr lang="it-IT" sz="1400" dirty="0"/>
          </a:p>
          <a:p>
            <a:pPr algn="just">
              <a:lnSpc>
                <a:spcPct val="150000"/>
              </a:lnSpc>
            </a:pPr>
            <a:r>
              <a:rPr lang="it-IT" sz="1400" spc="0" dirty="0" err="1"/>
              <a:t>Excepteur</a:t>
            </a:r>
            <a:r>
              <a:rPr lang="it-IT" sz="1400" spc="0" dirty="0"/>
              <a:t> </a:t>
            </a:r>
            <a:r>
              <a:rPr lang="it-IT" sz="1400" spc="0" dirty="0" err="1"/>
              <a:t>sint</a:t>
            </a:r>
            <a:r>
              <a:rPr lang="it-IT" sz="1400" spc="0" dirty="0"/>
              <a:t> </a:t>
            </a:r>
            <a:r>
              <a:rPr lang="it-IT" sz="1400" spc="0" dirty="0" err="1"/>
              <a:t>occaecat</a:t>
            </a:r>
            <a:r>
              <a:rPr lang="it-IT" sz="1400" spc="0" dirty="0"/>
              <a:t> </a:t>
            </a:r>
            <a:r>
              <a:rPr lang="it-IT" sz="1400" spc="0" dirty="0" err="1"/>
              <a:t>cupidatat</a:t>
            </a:r>
            <a:r>
              <a:rPr lang="it-IT" sz="1400" spc="0" dirty="0"/>
              <a:t> non </a:t>
            </a:r>
            <a:r>
              <a:rPr lang="it-IT" sz="1400" spc="0" dirty="0" err="1"/>
              <a:t>proident</a:t>
            </a:r>
            <a:r>
              <a:rPr lang="it-IT" sz="1400" spc="0" dirty="0"/>
              <a:t>, </a:t>
            </a:r>
            <a:r>
              <a:rPr lang="it-IT" sz="1400" spc="0" dirty="0" err="1"/>
              <a:t>sunt</a:t>
            </a:r>
            <a:r>
              <a:rPr lang="it-IT" sz="1400" spc="0" dirty="0"/>
              <a:t> in culpa qui officia </a:t>
            </a:r>
            <a:r>
              <a:rPr lang="it-IT" sz="1400" spc="0" dirty="0" err="1"/>
              <a:t>deserunt</a:t>
            </a:r>
            <a:r>
              <a:rPr lang="it-IT" sz="1400" spc="0" dirty="0"/>
              <a:t> </a:t>
            </a:r>
            <a:r>
              <a:rPr lang="it-IT" sz="1400" spc="0" dirty="0" err="1"/>
              <a:t>mollit</a:t>
            </a:r>
            <a:r>
              <a:rPr lang="it-IT" sz="1400" spc="0" dirty="0"/>
              <a:t> </a:t>
            </a:r>
            <a:r>
              <a:rPr lang="it-IT" sz="1400" spc="0" dirty="0" err="1"/>
              <a:t>anim</a:t>
            </a:r>
            <a:r>
              <a:rPr lang="it-IT" sz="1400" spc="0" dirty="0"/>
              <a:t> id est </a:t>
            </a:r>
            <a:r>
              <a:rPr lang="it-IT" sz="1400" spc="0" dirty="0" err="1"/>
              <a:t>laborum</a:t>
            </a:r>
            <a:r>
              <a:rPr lang="it-IT" sz="1400" spc="0" dirty="0"/>
              <a:t>.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98C29447-EDFA-B093-7555-40D7C8F8F465}"/>
              </a:ext>
            </a:extLst>
          </p:cNvPr>
          <p:cNvSpPr txBox="1"/>
          <p:nvPr/>
        </p:nvSpPr>
        <p:spPr>
          <a:xfrm>
            <a:off x="3457576" y="279085"/>
            <a:ext cx="52673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sz="3600" b="1" dirty="0">
                <a:solidFill>
                  <a:schemeClr val="accent1"/>
                </a:solidFill>
                <a:latin typeface="+mj-lt"/>
              </a:rPr>
              <a:t>Title from </a:t>
            </a:r>
            <a:r>
              <a:rPr lang="it-IT" sz="3600" b="1" dirty="0" err="1">
                <a:solidFill>
                  <a:schemeClr val="accent1"/>
                </a:solidFill>
                <a:latin typeface="+mj-lt"/>
              </a:rPr>
              <a:t>here</a:t>
            </a:r>
            <a:endParaRPr lang="it-IT" sz="3600" b="1" dirty="0">
              <a:solidFill>
                <a:schemeClr val="accent1"/>
              </a:solidFill>
              <a:latin typeface="+mj-lt"/>
            </a:endParaRPr>
          </a:p>
          <a:p>
            <a:pPr algn="l"/>
            <a:r>
              <a:rPr lang="it-IT" sz="3600" b="1" dirty="0">
                <a:solidFill>
                  <a:schemeClr val="accent1"/>
                </a:solidFill>
                <a:latin typeface="+mj-lt"/>
              </a:rPr>
              <a:t>to </a:t>
            </a:r>
            <a:r>
              <a:rPr lang="it-IT" sz="3600" b="1" dirty="0" err="1">
                <a:solidFill>
                  <a:schemeClr val="accent1"/>
                </a:solidFill>
                <a:latin typeface="+mj-lt"/>
              </a:rPr>
              <a:t>here</a:t>
            </a:r>
            <a:endParaRPr lang="it-IT" sz="36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EEE2FDCC-B931-3414-7C4E-468B73E851F2}"/>
              </a:ext>
            </a:extLst>
          </p:cNvPr>
          <p:cNvSpPr txBox="1"/>
          <p:nvPr userDrawn="1"/>
        </p:nvSpPr>
        <p:spPr>
          <a:xfrm>
            <a:off x="9220387" y="3762030"/>
            <a:ext cx="26799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1200" spc="0" dirty="0" err="1">
                <a:solidFill>
                  <a:schemeClr val="bg2"/>
                </a:solidFill>
              </a:rPr>
              <a:t>Lorem</a:t>
            </a:r>
            <a:r>
              <a:rPr lang="it-IT" sz="1200" spc="0" dirty="0">
                <a:solidFill>
                  <a:schemeClr val="bg2"/>
                </a:solidFill>
              </a:rPr>
              <a:t> </a:t>
            </a:r>
            <a:r>
              <a:rPr lang="it-IT" sz="1200" spc="0" dirty="0" err="1">
                <a:solidFill>
                  <a:schemeClr val="bg2"/>
                </a:solidFill>
              </a:rPr>
              <a:t>ipsum</a:t>
            </a:r>
            <a:r>
              <a:rPr lang="it-IT" sz="1200" spc="0" dirty="0">
                <a:solidFill>
                  <a:schemeClr val="bg2"/>
                </a:solidFill>
              </a:rPr>
              <a:t> dolor </a:t>
            </a:r>
            <a:r>
              <a:rPr lang="it-IT" sz="1200" spc="0" dirty="0" err="1">
                <a:solidFill>
                  <a:schemeClr val="bg2"/>
                </a:solidFill>
              </a:rPr>
              <a:t>sit</a:t>
            </a:r>
            <a:r>
              <a:rPr lang="it-IT" sz="1200" spc="0" dirty="0">
                <a:solidFill>
                  <a:schemeClr val="bg2"/>
                </a:solidFill>
              </a:rPr>
              <a:t> </a:t>
            </a:r>
            <a:r>
              <a:rPr lang="it-IT" sz="1200" spc="0" dirty="0" err="1">
                <a:solidFill>
                  <a:schemeClr val="bg2"/>
                </a:solidFill>
              </a:rPr>
              <a:t>amet</a:t>
            </a:r>
            <a:r>
              <a:rPr lang="it-IT" sz="1200" spc="0" dirty="0">
                <a:solidFill>
                  <a:schemeClr val="bg2"/>
                </a:solidFill>
              </a:rPr>
              <a:t>, </a:t>
            </a:r>
            <a:r>
              <a:rPr lang="it-IT" sz="1200" spc="0" dirty="0" err="1">
                <a:solidFill>
                  <a:schemeClr val="bg2"/>
                </a:solidFill>
              </a:rPr>
              <a:t>consectetur</a:t>
            </a:r>
            <a:r>
              <a:rPr lang="it-IT" sz="1200" spc="0" dirty="0">
                <a:solidFill>
                  <a:schemeClr val="bg2"/>
                </a:solidFill>
              </a:rPr>
              <a:t> </a:t>
            </a:r>
            <a:r>
              <a:rPr lang="it-IT" sz="1200" spc="0" dirty="0" err="1">
                <a:solidFill>
                  <a:schemeClr val="bg2"/>
                </a:solidFill>
              </a:rPr>
              <a:t>adipiscing</a:t>
            </a:r>
            <a:r>
              <a:rPr lang="it-IT" sz="1200" spc="0" dirty="0">
                <a:solidFill>
                  <a:schemeClr val="bg2"/>
                </a:solidFill>
              </a:rPr>
              <a:t> </a:t>
            </a:r>
            <a:r>
              <a:rPr lang="it-IT" sz="1200" spc="0" dirty="0" err="1">
                <a:solidFill>
                  <a:schemeClr val="bg2"/>
                </a:solidFill>
              </a:rPr>
              <a:t>elit</a:t>
            </a:r>
            <a:r>
              <a:rPr lang="it-IT" sz="1200" spc="0" dirty="0">
                <a:solidFill>
                  <a:schemeClr val="bg2"/>
                </a:solidFill>
              </a:rPr>
              <a:t>, sed do </a:t>
            </a:r>
            <a:r>
              <a:rPr lang="it-IT" sz="1200" spc="0" dirty="0" err="1">
                <a:solidFill>
                  <a:schemeClr val="bg2"/>
                </a:solidFill>
              </a:rPr>
              <a:t>eiusmod</a:t>
            </a:r>
            <a:r>
              <a:rPr lang="it-IT" sz="1200" spc="0" dirty="0">
                <a:solidFill>
                  <a:schemeClr val="bg2"/>
                </a:solidFill>
              </a:rPr>
              <a:t> </a:t>
            </a:r>
            <a:r>
              <a:rPr lang="it-IT" sz="1200" spc="0" dirty="0" err="1">
                <a:solidFill>
                  <a:schemeClr val="bg2"/>
                </a:solidFill>
              </a:rPr>
              <a:t>tempor</a:t>
            </a:r>
            <a:r>
              <a:rPr lang="it-IT" sz="1200" spc="0" dirty="0">
                <a:solidFill>
                  <a:schemeClr val="bg2"/>
                </a:solidFill>
              </a:rPr>
              <a:t> </a:t>
            </a:r>
            <a:r>
              <a:rPr lang="it-IT" sz="1200" spc="0" dirty="0" err="1">
                <a:solidFill>
                  <a:schemeClr val="bg2"/>
                </a:solidFill>
              </a:rPr>
              <a:t>incididunt</a:t>
            </a:r>
            <a:r>
              <a:rPr lang="it-IT" sz="1200" spc="0" dirty="0">
                <a:solidFill>
                  <a:schemeClr val="bg2"/>
                </a:solidFill>
              </a:rPr>
              <a:t> ut labore et dolore magna </a:t>
            </a:r>
            <a:r>
              <a:rPr lang="it-IT" sz="1200" spc="0" dirty="0" err="1">
                <a:solidFill>
                  <a:schemeClr val="bg2"/>
                </a:solidFill>
              </a:rPr>
              <a:t>aliqua</a:t>
            </a:r>
            <a:r>
              <a:rPr lang="it-IT" sz="1200" spc="0" dirty="0">
                <a:solidFill>
                  <a:schemeClr val="bg2"/>
                </a:solidFill>
              </a:rPr>
              <a:t>.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2C22C25-DA79-C6F8-484F-DF838E4873F3}"/>
              </a:ext>
            </a:extLst>
          </p:cNvPr>
          <p:cNvSpPr txBox="1"/>
          <p:nvPr userDrawn="1"/>
        </p:nvSpPr>
        <p:spPr>
          <a:xfrm>
            <a:off x="9220387" y="3392698"/>
            <a:ext cx="2679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sz="1800" b="1" spc="0" dirty="0">
                <a:solidFill>
                  <a:schemeClr val="accent2"/>
                </a:solidFill>
                <a:latin typeface="+mj-lt"/>
              </a:rPr>
              <a:t>Addendum 1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962E6676-9E09-EEC9-A82E-0AE3CD148436}"/>
              </a:ext>
            </a:extLst>
          </p:cNvPr>
          <p:cNvSpPr txBox="1"/>
          <p:nvPr userDrawn="1"/>
        </p:nvSpPr>
        <p:spPr>
          <a:xfrm>
            <a:off x="9220387" y="5197336"/>
            <a:ext cx="26799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1200" spc="0" dirty="0" err="1">
                <a:solidFill>
                  <a:schemeClr val="bg2"/>
                </a:solidFill>
              </a:rPr>
              <a:t>Lorem</a:t>
            </a:r>
            <a:r>
              <a:rPr lang="it-IT" sz="1200" spc="0" dirty="0">
                <a:solidFill>
                  <a:schemeClr val="bg2"/>
                </a:solidFill>
              </a:rPr>
              <a:t> </a:t>
            </a:r>
            <a:r>
              <a:rPr lang="it-IT" sz="1200" spc="0" dirty="0" err="1">
                <a:solidFill>
                  <a:schemeClr val="bg2"/>
                </a:solidFill>
              </a:rPr>
              <a:t>ipsum</a:t>
            </a:r>
            <a:r>
              <a:rPr lang="it-IT" sz="1200" spc="0" dirty="0">
                <a:solidFill>
                  <a:schemeClr val="bg2"/>
                </a:solidFill>
              </a:rPr>
              <a:t> dolor </a:t>
            </a:r>
            <a:r>
              <a:rPr lang="it-IT" sz="1200" spc="0" dirty="0" err="1">
                <a:solidFill>
                  <a:schemeClr val="bg2"/>
                </a:solidFill>
              </a:rPr>
              <a:t>sit</a:t>
            </a:r>
            <a:r>
              <a:rPr lang="it-IT" sz="1200" spc="0" dirty="0">
                <a:solidFill>
                  <a:schemeClr val="bg2"/>
                </a:solidFill>
              </a:rPr>
              <a:t> </a:t>
            </a:r>
            <a:r>
              <a:rPr lang="it-IT" sz="1200" spc="0" dirty="0" err="1">
                <a:solidFill>
                  <a:schemeClr val="bg2"/>
                </a:solidFill>
              </a:rPr>
              <a:t>amet</a:t>
            </a:r>
            <a:r>
              <a:rPr lang="it-IT" sz="1200" spc="0" dirty="0">
                <a:solidFill>
                  <a:schemeClr val="bg2"/>
                </a:solidFill>
              </a:rPr>
              <a:t>, </a:t>
            </a:r>
            <a:r>
              <a:rPr lang="it-IT" sz="1200" spc="0" dirty="0" err="1">
                <a:solidFill>
                  <a:schemeClr val="bg2"/>
                </a:solidFill>
              </a:rPr>
              <a:t>consectetur</a:t>
            </a:r>
            <a:r>
              <a:rPr lang="it-IT" sz="1200" spc="0" dirty="0">
                <a:solidFill>
                  <a:schemeClr val="bg2"/>
                </a:solidFill>
              </a:rPr>
              <a:t> </a:t>
            </a:r>
            <a:r>
              <a:rPr lang="it-IT" sz="1200" spc="0" dirty="0" err="1">
                <a:solidFill>
                  <a:schemeClr val="bg2"/>
                </a:solidFill>
              </a:rPr>
              <a:t>adipiscing</a:t>
            </a:r>
            <a:r>
              <a:rPr lang="it-IT" sz="1200" spc="0" dirty="0">
                <a:solidFill>
                  <a:schemeClr val="bg2"/>
                </a:solidFill>
              </a:rPr>
              <a:t> </a:t>
            </a:r>
            <a:r>
              <a:rPr lang="it-IT" sz="1200" spc="0" dirty="0" err="1">
                <a:solidFill>
                  <a:schemeClr val="bg2"/>
                </a:solidFill>
              </a:rPr>
              <a:t>elit</a:t>
            </a:r>
            <a:r>
              <a:rPr lang="it-IT" sz="1200" spc="0" dirty="0">
                <a:solidFill>
                  <a:schemeClr val="bg2"/>
                </a:solidFill>
              </a:rPr>
              <a:t>, sed do </a:t>
            </a:r>
            <a:r>
              <a:rPr lang="it-IT" sz="1200" spc="0" dirty="0" err="1">
                <a:solidFill>
                  <a:schemeClr val="bg2"/>
                </a:solidFill>
              </a:rPr>
              <a:t>eiusmod</a:t>
            </a:r>
            <a:r>
              <a:rPr lang="it-IT" sz="1200" spc="0" dirty="0">
                <a:solidFill>
                  <a:schemeClr val="bg2"/>
                </a:solidFill>
              </a:rPr>
              <a:t> </a:t>
            </a:r>
            <a:r>
              <a:rPr lang="it-IT" sz="1200" spc="0" dirty="0" err="1">
                <a:solidFill>
                  <a:schemeClr val="bg2"/>
                </a:solidFill>
              </a:rPr>
              <a:t>tempor</a:t>
            </a:r>
            <a:r>
              <a:rPr lang="it-IT" sz="1200" spc="0" dirty="0">
                <a:solidFill>
                  <a:schemeClr val="bg2"/>
                </a:solidFill>
              </a:rPr>
              <a:t> </a:t>
            </a:r>
            <a:r>
              <a:rPr lang="it-IT" sz="1200" spc="0" dirty="0" err="1">
                <a:solidFill>
                  <a:schemeClr val="bg2"/>
                </a:solidFill>
              </a:rPr>
              <a:t>incididunt</a:t>
            </a:r>
            <a:r>
              <a:rPr lang="it-IT" sz="1200" spc="0" dirty="0">
                <a:solidFill>
                  <a:schemeClr val="bg2"/>
                </a:solidFill>
              </a:rPr>
              <a:t> ut labore et dolore magna </a:t>
            </a:r>
            <a:r>
              <a:rPr lang="it-IT" sz="1200" spc="0" dirty="0" err="1">
                <a:solidFill>
                  <a:schemeClr val="bg2"/>
                </a:solidFill>
              </a:rPr>
              <a:t>aliqua</a:t>
            </a:r>
            <a:r>
              <a:rPr lang="it-IT" sz="1200" spc="0" dirty="0">
                <a:solidFill>
                  <a:schemeClr val="bg2"/>
                </a:solidFill>
              </a:rPr>
              <a:t>.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17479257-E80E-26BB-256C-07168116D476}"/>
              </a:ext>
            </a:extLst>
          </p:cNvPr>
          <p:cNvSpPr txBox="1"/>
          <p:nvPr userDrawn="1"/>
        </p:nvSpPr>
        <p:spPr>
          <a:xfrm>
            <a:off x="9220387" y="4828004"/>
            <a:ext cx="2679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sz="1800" b="1" spc="0" dirty="0">
                <a:solidFill>
                  <a:schemeClr val="accent2"/>
                </a:solidFill>
                <a:latin typeface="+mj-lt"/>
              </a:rPr>
              <a:t>Addendum 2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138DBE75-AB5D-A34F-FF63-89778E33B737}"/>
              </a:ext>
            </a:extLst>
          </p:cNvPr>
          <p:cNvSpPr txBox="1"/>
          <p:nvPr/>
        </p:nvSpPr>
        <p:spPr>
          <a:xfrm>
            <a:off x="3457576" y="1703014"/>
            <a:ext cx="52673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sz="2000" b="1" spc="0" dirty="0" err="1">
                <a:latin typeface="+mj-lt"/>
              </a:rPr>
              <a:t>Subtitle</a:t>
            </a:r>
            <a:r>
              <a:rPr lang="it-IT" sz="2000" b="1" spc="0" dirty="0">
                <a:latin typeface="+mj-lt"/>
              </a:rPr>
              <a:t> from </a:t>
            </a:r>
            <a:r>
              <a:rPr lang="it-IT" sz="2000" b="1" spc="0" dirty="0" err="1">
                <a:latin typeface="+mj-lt"/>
              </a:rPr>
              <a:t>here</a:t>
            </a:r>
            <a:endParaRPr lang="it-IT" sz="2000" b="1" spc="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212055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o 6">
            <a:extLst>
              <a:ext uri="{FF2B5EF4-FFF2-40B4-BE49-F238E27FC236}">
                <a16:creationId xmlns:a16="http://schemas.microsoft.com/office/drawing/2014/main" id="{10519A37-2498-EE98-2A85-FB1CA050AAAA}"/>
              </a:ext>
            </a:extLst>
          </p:cNvPr>
          <p:cNvGrpSpPr/>
          <p:nvPr/>
        </p:nvGrpSpPr>
        <p:grpSpPr>
          <a:xfrm>
            <a:off x="9220387" y="2042619"/>
            <a:ext cx="2679951" cy="1200329"/>
            <a:chOff x="9220387" y="621826"/>
            <a:chExt cx="2679951" cy="1200329"/>
          </a:xfrm>
        </p:grpSpPr>
        <p:sp>
          <p:nvSpPr>
            <p:cNvPr id="8" name="CasellaDiTesto 7">
              <a:extLst>
                <a:ext uri="{FF2B5EF4-FFF2-40B4-BE49-F238E27FC236}">
                  <a16:creationId xmlns:a16="http://schemas.microsoft.com/office/drawing/2014/main" id="{FD30A8E9-FCCF-C553-8124-6981F72CC2FE}"/>
                </a:ext>
              </a:extLst>
            </p:cNvPr>
            <p:cNvSpPr txBox="1"/>
            <p:nvPr userDrawn="1"/>
          </p:nvSpPr>
          <p:spPr>
            <a:xfrm>
              <a:off x="9220387" y="991158"/>
              <a:ext cx="267995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200" spc="0" dirty="0">
                  <a:latin typeface="+mn-lt"/>
                </a:rPr>
                <a:t>Lorem ipsum dolor sit </a:t>
              </a:r>
              <a:r>
                <a:rPr lang="en-US" sz="1200" spc="0" dirty="0" err="1">
                  <a:latin typeface="+mn-lt"/>
                </a:rPr>
                <a:t>amet</a:t>
              </a:r>
              <a:r>
                <a:rPr lang="en-US" sz="1200" spc="0" dirty="0">
                  <a:latin typeface="+mn-lt"/>
                </a:rPr>
                <a:t>, </a:t>
              </a:r>
              <a:r>
                <a:rPr lang="en-US" sz="1200" spc="0" dirty="0" err="1">
                  <a:latin typeface="+mn-lt"/>
                </a:rPr>
                <a:t>consectetur</a:t>
              </a:r>
              <a:r>
                <a:rPr lang="en-US" sz="1200" spc="0" dirty="0">
                  <a:latin typeface="+mn-lt"/>
                </a:rPr>
                <a:t> </a:t>
              </a:r>
              <a:r>
                <a:rPr lang="en-US" sz="1200" spc="0" dirty="0" err="1">
                  <a:latin typeface="+mn-lt"/>
                </a:rPr>
                <a:t>adipiscing</a:t>
              </a:r>
              <a:r>
                <a:rPr lang="en-US" sz="1200" spc="0" dirty="0">
                  <a:latin typeface="+mn-lt"/>
                </a:rPr>
                <a:t> </a:t>
              </a:r>
              <a:r>
                <a:rPr lang="en-US" sz="1200" spc="0" dirty="0" err="1">
                  <a:latin typeface="+mn-lt"/>
                </a:rPr>
                <a:t>elit</a:t>
              </a:r>
              <a:r>
                <a:rPr lang="en-US" sz="1200" spc="0" dirty="0">
                  <a:latin typeface="+mn-lt"/>
                </a:rPr>
                <a:t>, sed do </a:t>
              </a:r>
              <a:r>
                <a:rPr lang="en-US" sz="1200" spc="0" dirty="0" err="1">
                  <a:latin typeface="+mn-lt"/>
                </a:rPr>
                <a:t>eiusmod</a:t>
              </a:r>
              <a:r>
                <a:rPr lang="en-US" sz="1200" spc="0" dirty="0">
                  <a:latin typeface="+mn-lt"/>
                </a:rPr>
                <a:t> </a:t>
              </a:r>
              <a:r>
                <a:rPr lang="en-US" sz="1200" spc="0" dirty="0" err="1">
                  <a:latin typeface="+mn-lt"/>
                </a:rPr>
                <a:t>tempor</a:t>
              </a:r>
              <a:r>
                <a:rPr lang="en-US" sz="1200" spc="0" dirty="0">
                  <a:latin typeface="+mn-lt"/>
                </a:rPr>
                <a:t> </a:t>
              </a:r>
              <a:r>
                <a:rPr lang="en-US" sz="1200" spc="0" dirty="0" err="1">
                  <a:latin typeface="+mn-lt"/>
                </a:rPr>
                <a:t>incididunt</a:t>
              </a:r>
              <a:r>
                <a:rPr lang="en-US" sz="1200" spc="0" dirty="0">
                  <a:latin typeface="+mn-lt"/>
                </a:rPr>
                <a:t> </a:t>
              </a:r>
              <a:r>
                <a:rPr lang="en-US" sz="1200" spc="0" dirty="0" err="1">
                  <a:latin typeface="+mn-lt"/>
                </a:rPr>
                <a:t>ut</a:t>
              </a:r>
              <a:r>
                <a:rPr lang="en-US" sz="1200" spc="0" dirty="0">
                  <a:latin typeface="+mn-lt"/>
                </a:rPr>
                <a:t> labore et dolore magna </a:t>
              </a:r>
              <a:r>
                <a:rPr lang="en-US" sz="1200" spc="0" dirty="0" err="1">
                  <a:latin typeface="+mn-lt"/>
                </a:rPr>
                <a:t>aliqua</a:t>
              </a:r>
              <a:r>
                <a:rPr lang="en-US" sz="1200" spc="0" dirty="0">
                  <a:latin typeface="+mn-lt"/>
                </a:rPr>
                <a:t>.</a:t>
              </a:r>
            </a:p>
          </p:txBody>
        </p:sp>
        <p:sp>
          <p:nvSpPr>
            <p:cNvPr id="16" name="CasellaDiTesto 15">
              <a:extLst>
                <a:ext uri="{FF2B5EF4-FFF2-40B4-BE49-F238E27FC236}">
                  <a16:creationId xmlns:a16="http://schemas.microsoft.com/office/drawing/2014/main" id="{577D8315-C02D-6D69-5FF8-C95FE2D6D25E}"/>
                </a:ext>
              </a:extLst>
            </p:cNvPr>
            <p:cNvSpPr txBox="1"/>
            <p:nvPr userDrawn="1"/>
          </p:nvSpPr>
          <p:spPr>
            <a:xfrm>
              <a:off x="9220387" y="621826"/>
              <a:ext cx="26799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800" b="1" spc="0" dirty="0">
                  <a:solidFill>
                    <a:schemeClr val="accent3"/>
                  </a:solidFill>
                  <a:latin typeface="+mj-lt"/>
                </a:rPr>
                <a:t>Addendum 1</a:t>
              </a:r>
            </a:p>
          </p:txBody>
        </p:sp>
      </p:grpSp>
      <p:grpSp>
        <p:nvGrpSpPr>
          <p:cNvPr id="17" name="Gruppo 16">
            <a:extLst>
              <a:ext uri="{FF2B5EF4-FFF2-40B4-BE49-F238E27FC236}">
                <a16:creationId xmlns:a16="http://schemas.microsoft.com/office/drawing/2014/main" id="{CCB2632B-897F-8DA8-6F68-A2CCAA02157D}"/>
              </a:ext>
            </a:extLst>
          </p:cNvPr>
          <p:cNvGrpSpPr/>
          <p:nvPr/>
        </p:nvGrpSpPr>
        <p:grpSpPr>
          <a:xfrm>
            <a:off x="9220387" y="3477924"/>
            <a:ext cx="2679951" cy="1200329"/>
            <a:chOff x="9220387" y="621826"/>
            <a:chExt cx="2679951" cy="1200329"/>
          </a:xfrm>
        </p:grpSpPr>
        <p:sp>
          <p:nvSpPr>
            <p:cNvPr id="18" name="CasellaDiTesto 17">
              <a:extLst>
                <a:ext uri="{FF2B5EF4-FFF2-40B4-BE49-F238E27FC236}">
                  <a16:creationId xmlns:a16="http://schemas.microsoft.com/office/drawing/2014/main" id="{EEE2FDCC-B931-3414-7C4E-468B73E851F2}"/>
                </a:ext>
              </a:extLst>
            </p:cNvPr>
            <p:cNvSpPr txBox="1"/>
            <p:nvPr userDrawn="1"/>
          </p:nvSpPr>
          <p:spPr>
            <a:xfrm>
              <a:off x="9220387" y="991158"/>
              <a:ext cx="267995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200" spc="0" dirty="0">
                  <a:latin typeface="+mn-lt"/>
                </a:rPr>
                <a:t>Lorem ipsum dolor sit </a:t>
              </a:r>
              <a:r>
                <a:rPr lang="en-US" sz="1200" spc="0" dirty="0" err="1">
                  <a:latin typeface="+mn-lt"/>
                </a:rPr>
                <a:t>amet</a:t>
              </a:r>
              <a:r>
                <a:rPr lang="en-US" sz="1200" spc="0" dirty="0">
                  <a:latin typeface="+mn-lt"/>
                </a:rPr>
                <a:t>, </a:t>
              </a:r>
              <a:r>
                <a:rPr lang="en-US" sz="1200" spc="0" dirty="0" err="1">
                  <a:latin typeface="+mn-lt"/>
                </a:rPr>
                <a:t>consectetur</a:t>
              </a:r>
              <a:r>
                <a:rPr lang="en-US" sz="1200" spc="0" dirty="0">
                  <a:latin typeface="+mn-lt"/>
                </a:rPr>
                <a:t> </a:t>
              </a:r>
              <a:r>
                <a:rPr lang="en-US" sz="1200" spc="0" dirty="0" err="1">
                  <a:latin typeface="+mn-lt"/>
                </a:rPr>
                <a:t>adipiscing</a:t>
              </a:r>
              <a:r>
                <a:rPr lang="en-US" sz="1200" spc="0" dirty="0">
                  <a:latin typeface="+mn-lt"/>
                </a:rPr>
                <a:t> </a:t>
              </a:r>
              <a:r>
                <a:rPr lang="en-US" sz="1200" spc="0" dirty="0" err="1">
                  <a:latin typeface="+mn-lt"/>
                </a:rPr>
                <a:t>elit</a:t>
              </a:r>
              <a:r>
                <a:rPr lang="en-US" sz="1200" spc="0" dirty="0">
                  <a:latin typeface="+mn-lt"/>
                </a:rPr>
                <a:t>, sed do </a:t>
              </a:r>
              <a:r>
                <a:rPr lang="en-US" sz="1200" spc="0" dirty="0" err="1">
                  <a:latin typeface="+mn-lt"/>
                </a:rPr>
                <a:t>eiusmod</a:t>
              </a:r>
              <a:r>
                <a:rPr lang="en-US" sz="1200" spc="0" dirty="0">
                  <a:latin typeface="+mn-lt"/>
                </a:rPr>
                <a:t> </a:t>
              </a:r>
              <a:r>
                <a:rPr lang="en-US" sz="1200" spc="0" dirty="0" err="1">
                  <a:latin typeface="+mn-lt"/>
                </a:rPr>
                <a:t>tempor</a:t>
              </a:r>
              <a:r>
                <a:rPr lang="en-US" sz="1200" spc="0" dirty="0">
                  <a:latin typeface="+mn-lt"/>
                </a:rPr>
                <a:t> </a:t>
              </a:r>
              <a:r>
                <a:rPr lang="en-US" sz="1200" spc="0" dirty="0" err="1">
                  <a:latin typeface="+mn-lt"/>
                </a:rPr>
                <a:t>incididunt</a:t>
              </a:r>
              <a:r>
                <a:rPr lang="en-US" sz="1200" spc="0" dirty="0">
                  <a:latin typeface="+mn-lt"/>
                </a:rPr>
                <a:t> </a:t>
              </a:r>
              <a:r>
                <a:rPr lang="en-US" sz="1200" spc="0" dirty="0" err="1">
                  <a:latin typeface="+mn-lt"/>
                </a:rPr>
                <a:t>ut</a:t>
              </a:r>
              <a:r>
                <a:rPr lang="en-US" sz="1200" spc="0" dirty="0">
                  <a:latin typeface="+mn-lt"/>
                </a:rPr>
                <a:t> labore et dolore magna </a:t>
              </a:r>
              <a:r>
                <a:rPr lang="en-US" sz="1200" spc="0" dirty="0" err="1">
                  <a:latin typeface="+mn-lt"/>
                </a:rPr>
                <a:t>aliqua</a:t>
              </a:r>
              <a:r>
                <a:rPr lang="en-US" sz="1200" spc="0" dirty="0">
                  <a:latin typeface="+mn-lt"/>
                </a:rPr>
                <a:t>.</a:t>
              </a:r>
            </a:p>
          </p:txBody>
        </p:sp>
        <p:sp>
          <p:nvSpPr>
            <p:cNvPr id="19" name="CasellaDiTesto 18">
              <a:extLst>
                <a:ext uri="{FF2B5EF4-FFF2-40B4-BE49-F238E27FC236}">
                  <a16:creationId xmlns:a16="http://schemas.microsoft.com/office/drawing/2014/main" id="{52C22C25-DA79-C6F8-484F-DF838E4873F3}"/>
                </a:ext>
              </a:extLst>
            </p:cNvPr>
            <p:cNvSpPr txBox="1"/>
            <p:nvPr userDrawn="1"/>
          </p:nvSpPr>
          <p:spPr>
            <a:xfrm>
              <a:off x="9220387" y="621826"/>
              <a:ext cx="26799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800" b="1" spc="0" dirty="0">
                  <a:solidFill>
                    <a:schemeClr val="accent3"/>
                  </a:solidFill>
                  <a:latin typeface="+mj-lt"/>
                </a:rPr>
                <a:t>Addendum 2</a:t>
              </a:r>
            </a:p>
          </p:txBody>
        </p:sp>
      </p:grpSp>
      <p:grpSp>
        <p:nvGrpSpPr>
          <p:cNvPr id="20" name="Gruppo 19">
            <a:extLst>
              <a:ext uri="{FF2B5EF4-FFF2-40B4-BE49-F238E27FC236}">
                <a16:creationId xmlns:a16="http://schemas.microsoft.com/office/drawing/2014/main" id="{81240C06-CDE1-F04F-4ED6-3A0C40D69217}"/>
              </a:ext>
            </a:extLst>
          </p:cNvPr>
          <p:cNvGrpSpPr/>
          <p:nvPr/>
        </p:nvGrpSpPr>
        <p:grpSpPr>
          <a:xfrm>
            <a:off x="9220387" y="4913230"/>
            <a:ext cx="2679951" cy="1200329"/>
            <a:chOff x="9220387" y="621826"/>
            <a:chExt cx="2679951" cy="1200329"/>
          </a:xfrm>
        </p:grpSpPr>
        <p:sp>
          <p:nvSpPr>
            <p:cNvPr id="21" name="CasellaDiTesto 20">
              <a:extLst>
                <a:ext uri="{FF2B5EF4-FFF2-40B4-BE49-F238E27FC236}">
                  <a16:creationId xmlns:a16="http://schemas.microsoft.com/office/drawing/2014/main" id="{962E6676-9E09-EEC9-A82E-0AE3CD148436}"/>
                </a:ext>
              </a:extLst>
            </p:cNvPr>
            <p:cNvSpPr txBox="1"/>
            <p:nvPr userDrawn="1"/>
          </p:nvSpPr>
          <p:spPr>
            <a:xfrm>
              <a:off x="9220387" y="991158"/>
              <a:ext cx="267995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200" spc="0" dirty="0">
                  <a:latin typeface="+mn-lt"/>
                </a:rPr>
                <a:t>Lorem ipsum dolor sit </a:t>
              </a:r>
              <a:r>
                <a:rPr lang="en-US" sz="1200" spc="0" dirty="0" err="1">
                  <a:latin typeface="+mn-lt"/>
                </a:rPr>
                <a:t>amet</a:t>
              </a:r>
              <a:r>
                <a:rPr lang="en-US" sz="1200" spc="0" dirty="0">
                  <a:latin typeface="+mn-lt"/>
                </a:rPr>
                <a:t>, </a:t>
              </a:r>
              <a:r>
                <a:rPr lang="en-US" sz="1200" spc="0" dirty="0" err="1">
                  <a:latin typeface="+mn-lt"/>
                </a:rPr>
                <a:t>consectetur</a:t>
              </a:r>
              <a:r>
                <a:rPr lang="en-US" sz="1200" spc="0" dirty="0">
                  <a:latin typeface="+mn-lt"/>
                </a:rPr>
                <a:t> </a:t>
              </a:r>
              <a:r>
                <a:rPr lang="en-US" sz="1200" spc="0" dirty="0" err="1">
                  <a:latin typeface="+mn-lt"/>
                </a:rPr>
                <a:t>adipiscing</a:t>
              </a:r>
              <a:r>
                <a:rPr lang="en-US" sz="1200" spc="0" dirty="0">
                  <a:latin typeface="+mn-lt"/>
                </a:rPr>
                <a:t> </a:t>
              </a:r>
              <a:r>
                <a:rPr lang="en-US" sz="1200" spc="0" dirty="0" err="1">
                  <a:latin typeface="+mn-lt"/>
                </a:rPr>
                <a:t>elit</a:t>
              </a:r>
              <a:r>
                <a:rPr lang="en-US" sz="1200" spc="0" dirty="0">
                  <a:latin typeface="+mn-lt"/>
                </a:rPr>
                <a:t>, sed do </a:t>
              </a:r>
              <a:r>
                <a:rPr lang="en-US" sz="1200" spc="0" dirty="0" err="1">
                  <a:latin typeface="+mn-lt"/>
                </a:rPr>
                <a:t>eiusmod</a:t>
              </a:r>
              <a:r>
                <a:rPr lang="en-US" sz="1200" spc="0" dirty="0">
                  <a:latin typeface="+mn-lt"/>
                </a:rPr>
                <a:t> </a:t>
              </a:r>
              <a:r>
                <a:rPr lang="en-US" sz="1200" spc="0" dirty="0" err="1">
                  <a:latin typeface="+mn-lt"/>
                </a:rPr>
                <a:t>tempor</a:t>
              </a:r>
              <a:r>
                <a:rPr lang="en-US" sz="1200" spc="0" dirty="0">
                  <a:latin typeface="+mn-lt"/>
                </a:rPr>
                <a:t> </a:t>
              </a:r>
              <a:r>
                <a:rPr lang="en-US" sz="1200" spc="0" dirty="0" err="1">
                  <a:latin typeface="+mn-lt"/>
                </a:rPr>
                <a:t>incididunt</a:t>
              </a:r>
              <a:r>
                <a:rPr lang="en-US" sz="1200" spc="0" dirty="0">
                  <a:latin typeface="+mn-lt"/>
                </a:rPr>
                <a:t> </a:t>
              </a:r>
              <a:r>
                <a:rPr lang="en-US" sz="1200" spc="0" dirty="0" err="1">
                  <a:latin typeface="+mn-lt"/>
                </a:rPr>
                <a:t>ut</a:t>
              </a:r>
              <a:r>
                <a:rPr lang="en-US" sz="1200" spc="0" dirty="0">
                  <a:latin typeface="+mn-lt"/>
                </a:rPr>
                <a:t> labore et dolore magna </a:t>
              </a:r>
              <a:r>
                <a:rPr lang="en-US" sz="1200" spc="0" dirty="0" err="1">
                  <a:latin typeface="+mn-lt"/>
                </a:rPr>
                <a:t>aliqua</a:t>
              </a:r>
              <a:r>
                <a:rPr lang="en-US" sz="1200" spc="0" dirty="0">
                  <a:latin typeface="+mn-lt"/>
                </a:rPr>
                <a:t>.</a:t>
              </a:r>
            </a:p>
          </p:txBody>
        </p:sp>
        <p:sp>
          <p:nvSpPr>
            <p:cNvPr id="22" name="CasellaDiTesto 21">
              <a:extLst>
                <a:ext uri="{FF2B5EF4-FFF2-40B4-BE49-F238E27FC236}">
                  <a16:creationId xmlns:a16="http://schemas.microsoft.com/office/drawing/2014/main" id="{17479257-E80E-26BB-256C-07168116D476}"/>
                </a:ext>
              </a:extLst>
            </p:cNvPr>
            <p:cNvSpPr txBox="1"/>
            <p:nvPr userDrawn="1"/>
          </p:nvSpPr>
          <p:spPr>
            <a:xfrm>
              <a:off x="9220387" y="621826"/>
              <a:ext cx="26799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800" b="1" spc="0" dirty="0">
                  <a:solidFill>
                    <a:schemeClr val="accent3"/>
                  </a:solidFill>
                  <a:latin typeface="+mj-lt"/>
                </a:rPr>
                <a:t>Addendum 3</a:t>
              </a:r>
            </a:p>
          </p:txBody>
        </p:sp>
      </p:grp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75CB232A-B078-2653-9F77-9622100B30B5}"/>
              </a:ext>
            </a:extLst>
          </p:cNvPr>
          <p:cNvSpPr txBox="1"/>
          <p:nvPr/>
        </p:nvSpPr>
        <p:spPr>
          <a:xfrm>
            <a:off x="413844" y="1211622"/>
            <a:ext cx="74538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b="1" dirty="0">
                <a:solidFill>
                  <a:schemeClr val="accent2"/>
                </a:solidFill>
                <a:latin typeface="+mj-lt"/>
              </a:rPr>
              <a:t>Title from here to here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4E5FD596-6F95-23CA-BE44-C9D002E26E8A}"/>
              </a:ext>
            </a:extLst>
          </p:cNvPr>
          <p:cNvSpPr txBox="1"/>
          <p:nvPr/>
        </p:nvSpPr>
        <p:spPr>
          <a:xfrm>
            <a:off x="413844" y="2193375"/>
            <a:ext cx="2228850" cy="3947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spc="0" dirty="0"/>
              <a:t>Lorem ipsum dolor sit </a:t>
            </a:r>
            <a:r>
              <a:rPr lang="en-US" sz="1200" spc="0" dirty="0" err="1"/>
              <a:t>amet</a:t>
            </a:r>
            <a:r>
              <a:rPr lang="en-US" sz="1200" spc="0" dirty="0"/>
              <a:t>, </a:t>
            </a:r>
            <a:r>
              <a:rPr lang="en-US" sz="1200" spc="0" dirty="0" err="1"/>
              <a:t>consectetur</a:t>
            </a:r>
            <a:r>
              <a:rPr lang="en-US" sz="1200" spc="0" dirty="0"/>
              <a:t> </a:t>
            </a:r>
            <a:r>
              <a:rPr lang="en-US" sz="1200" spc="0" dirty="0" err="1"/>
              <a:t>adipiscing</a:t>
            </a:r>
            <a:r>
              <a:rPr lang="en-US" sz="1200" spc="0" dirty="0"/>
              <a:t> </a:t>
            </a:r>
            <a:r>
              <a:rPr lang="en-US" sz="1200" spc="0" dirty="0" err="1"/>
              <a:t>elit</a:t>
            </a:r>
            <a:r>
              <a:rPr lang="en-US" sz="1200" spc="0" dirty="0"/>
              <a:t>, sed do </a:t>
            </a:r>
            <a:r>
              <a:rPr lang="en-US" sz="1200" spc="0" dirty="0" err="1"/>
              <a:t>eiusmod</a:t>
            </a:r>
            <a:r>
              <a:rPr lang="en-US" sz="1200" spc="0" dirty="0"/>
              <a:t> </a:t>
            </a:r>
            <a:r>
              <a:rPr lang="en-US" sz="1200" spc="0" dirty="0" err="1"/>
              <a:t>tempor</a:t>
            </a:r>
            <a:r>
              <a:rPr lang="en-US" sz="1200" spc="0" dirty="0"/>
              <a:t> </a:t>
            </a:r>
            <a:r>
              <a:rPr lang="en-US" sz="1200" spc="0" dirty="0" err="1"/>
              <a:t>incididunt</a:t>
            </a:r>
            <a:r>
              <a:rPr lang="en-US" sz="1200" spc="0" dirty="0"/>
              <a:t> </a:t>
            </a:r>
            <a:r>
              <a:rPr lang="en-US" sz="1200" spc="0" dirty="0" err="1"/>
              <a:t>ut</a:t>
            </a:r>
            <a:r>
              <a:rPr lang="en-US" sz="1200" spc="0" dirty="0"/>
              <a:t> labore et dolore magna </a:t>
            </a:r>
            <a:r>
              <a:rPr lang="en-US" sz="1200" spc="0" dirty="0" err="1"/>
              <a:t>aliqua</a:t>
            </a:r>
            <a:r>
              <a:rPr lang="en-US" sz="1200" spc="0" dirty="0"/>
              <a:t>.</a:t>
            </a:r>
          </a:p>
          <a:p>
            <a:pPr>
              <a:lnSpc>
                <a:spcPct val="150000"/>
              </a:lnSpc>
            </a:pPr>
            <a:endParaRPr lang="en-US" sz="1200" spc="0" dirty="0"/>
          </a:p>
          <a:p>
            <a:pPr>
              <a:lnSpc>
                <a:spcPct val="150000"/>
              </a:lnSpc>
            </a:pPr>
            <a:r>
              <a:rPr lang="en-US" sz="1200" spc="0" dirty="0"/>
              <a:t>Ut </a:t>
            </a:r>
            <a:r>
              <a:rPr lang="en-US" sz="1200" spc="0" dirty="0" err="1"/>
              <a:t>enim</a:t>
            </a:r>
            <a:r>
              <a:rPr lang="en-US" sz="1200" spc="0" dirty="0"/>
              <a:t> ad minim </a:t>
            </a:r>
            <a:r>
              <a:rPr lang="en-US" sz="1200" spc="0" dirty="0" err="1"/>
              <a:t>veniam</a:t>
            </a:r>
            <a:r>
              <a:rPr lang="en-US" sz="1200" spc="0" dirty="0"/>
              <a:t>, </a:t>
            </a:r>
            <a:r>
              <a:rPr lang="en-US" sz="1200" spc="0" dirty="0" err="1"/>
              <a:t>quis</a:t>
            </a:r>
            <a:r>
              <a:rPr lang="en-US" sz="1200" spc="0" dirty="0"/>
              <a:t> </a:t>
            </a:r>
            <a:r>
              <a:rPr lang="en-US" sz="1200" spc="0" dirty="0" err="1"/>
              <a:t>nostrud</a:t>
            </a:r>
            <a:r>
              <a:rPr lang="en-US" sz="1200" spc="0" dirty="0"/>
              <a:t> exercitation </a:t>
            </a:r>
            <a:r>
              <a:rPr lang="en-US" sz="1200" spc="0" dirty="0" err="1"/>
              <a:t>ullamco</a:t>
            </a:r>
            <a:r>
              <a:rPr lang="en-US" sz="1200" spc="0" dirty="0"/>
              <a:t> </a:t>
            </a:r>
            <a:r>
              <a:rPr lang="en-US" sz="1200" spc="0" dirty="0" err="1"/>
              <a:t>laboris</a:t>
            </a:r>
            <a:r>
              <a:rPr lang="en-US" sz="1200" spc="0" dirty="0"/>
              <a:t> nisi </a:t>
            </a:r>
            <a:r>
              <a:rPr lang="en-US" sz="1200" spc="0" dirty="0" err="1"/>
              <a:t>ut</a:t>
            </a:r>
            <a:r>
              <a:rPr lang="en-US" sz="1200" spc="0" dirty="0"/>
              <a:t> </a:t>
            </a:r>
            <a:r>
              <a:rPr lang="en-US" sz="1200" spc="0" dirty="0" err="1"/>
              <a:t>aliquip</a:t>
            </a:r>
            <a:r>
              <a:rPr lang="en-US" sz="1200" spc="0" dirty="0"/>
              <a:t> ex </a:t>
            </a:r>
            <a:r>
              <a:rPr lang="en-US" sz="1200" spc="0" dirty="0" err="1"/>
              <a:t>ea</a:t>
            </a:r>
            <a:r>
              <a:rPr lang="en-US" sz="1200" spc="0" dirty="0"/>
              <a:t> </a:t>
            </a:r>
            <a:r>
              <a:rPr lang="en-US" sz="1200" spc="0" dirty="0" err="1"/>
              <a:t>commodo</a:t>
            </a:r>
            <a:r>
              <a:rPr lang="en-US" sz="1200" spc="0" dirty="0"/>
              <a:t>. </a:t>
            </a:r>
            <a:r>
              <a:rPr lang="en-US" sz="1200" spc="0" dirty="0" err="1"/>
              <a:t>consequat</a:t>
            </a:r>
            <a:r>
              <a:rPr lang="en-US" sz="1200" spc="0" dirty="0"/>
              <a:t>. Duis </a:t>
            </a:r>
            <a:r>
              <a:rPr lang="en-US" sz="1200" spc="0" dirty="0" err="1"/>
              <a:t>aute</a:t>
            </a:r>
            <a:r>
              <a:rPr lang="en-US" sz="1200" spc="0" dirty="0"/>
              <a:t> </a:t>
            </a:r>
            <a:r>
              <a:rPr lang="en-US" sz="1200" spc="0" dirty="0" err="1"/>
              <a:t>irure</a:t>
            </a:r>
            <a:r>
              <a:rPr lang="en-US" sz="1200" spc="0" dirty="0"/>
              <a:t> dolor in </a:t>
            </a:r>
            <a:r>
              <a:rPr lang="en-US" sz="1200" spc="0" dirty="0" err="1"/>
              <a:t>reprehenderit</a:t>
            </a:r>
            <a:r>
              <a:rPr lang="en-US" sz="1200" spc="0" dirty="0"/>
              <a:t> in </a:t>
            </a:r>
            <a:r>
              <a:rPr lang="en-US" sz="1200" spc="0" dirty="0" err="1"/>
              <a:t>voluptate</a:t>
            </a:r>
            <a:r>
              <a:rPr lang="en-US" sz="1200" spc="0" dirty="0"/>
              <a:t> </a:t>
            </a:r>
            <a:r>
              <a:rPr lang="en-US" sz="1200" spc="0" dirty="0" err="1"/>
              <a:t>velit</a:t>
            </a:r>
            <a:r>
              <a:rPr lang="en-US" sz="1200" spc="0" dirty="0"/>
              <a:t> </a:t>
            </a:r>
            <a:r>
              <a:rPr lang="en-US" sz="1200" spc="0" dirty="0" err="1"/>
              <a:t>esse</a:t>
            </a:r>
            <a:r>
              <a:rPr lang="en-US" sz="1200" spc="0" dirty="0"/>
              <a:t> </a:t>
            </a:r>
            <a:r>
              <a:rPr lang="en-US" sz="1200" spc="0" dirty="0" err="1"/>
              <a:t>cillum</a:t>
            </a:r>
            <a:r>
              <a:rPr lang="en-US" sz="1200" spc="0" dirty="0"/>
              <a:t> dolore </a:t>
            </a:r>
            <a:r>
              <a:rPr lang="en-US" sz="1200" spc="0" dirty="0" err="1"/>
              <a:t>eu</a:t>
            </a:r>
            <a:r>
              <a:rPr lang="en-US" sz="1200" spc="0" dirty="0"/>
              <a:t> </a:t>
            </a:r>
            <a:r>
              <a:rPr lang="en-US" sz="1200" spc="0" dirty="0" err="1"/>
              <a:t>fugiat</a:t>
            </a:r>
            <a:r>
              <a:rPr lang="en-US" sz="1200" spc="0" dirty="0"/>
              <a:t> </a:t>
            </a:r>
            <a:r>
              <a:rPr lang="en-US" sz="1200" spc="0" dirty="0" err="1"/>
              <a:t>nulla</a:t>
            </a:r>
            <a:r>
              <a:rPr lang="en-US" sz="1200" spc="0" dirty="0"/>
              <a:t> </a:t>
            </a:r>
            <a:r>
              <a:rPr lang="en-US" sz="1200" spc="0" dirty="0" err="1"/>
              <a:t>pariatur</a:t>
            </a:r>
            <a:r>
              <a:rPr lang="en-US" sz="1200" spc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968630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CA2B6D67-9C1E-DCA7-B9ED-97158A991123}"/>
              </a:ext>
            </a:extLst>
          </p:cNvPr>
          <p:cNvSpPr txBox="1"/>
          <p:nvPr/>
        </p:nvSpPr>
        <p:spPr>
          <a:xfrm>
            <a:off x="795720" y="3259722"/>
            <a:ext cx="23175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cs typeface="Rajdhani Bold" panose="02000000000000000000" pitchFamily="2" charset="0"/>
              </a:rPr>
              <a:t>Lorem ipsum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C1469D3-966A-642D-4B94-B5492793FC2E}"/>
              </a:ext>
            </a:extLst>
          </p:cNvPr>
          <p:cNvSpPr txBox="1"/>
          <p:nvPr/>
        </p:nvSpPr>
        <p:spPr>
          <a:xfrm>
            <a:off x="1954486" y="5632181"/>
            <a:ext cx="23175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cs typeface="Rajdhani Bold" panose="02000000000000000000" pitchFamily="2" charset="0"/>
              </a:rPr>
              <a:t>Lorem ipsum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3D49BBD-A44E-CAD3-C66D-73F83DC6B6AF}"/>
              </a:ext>
            </a:extLst>
          </p:cNvPr>
          <p:cNvSpPr txBox="1"/>
          <p:nvPr/>
        </p:nvSpPr>
        <p:spPr>
          <a:xfrm>
            <a:off x="9078749" y="3259722"/>
            <a:ext cx="23175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>
                <a:cs typeface="Rajdhani Bold" panose="02000000000000000000" pitchFamily="2" charset="0"/>
              </a:rPr>
              <a:t>Lorem ipsum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C78A8DA-AD8A-513B-D63B-71286C6AEDF0}"/>
              </a:ext>
            </a:extLst>
          </p:cNvPr>
          <p:cNvSpPr txBox="1"/>
          <p:nvPr/>
        </p:nvSpPr>
        <p:spPr>
          <a:xfrm>
            <a:off x="7919983" y="5632181"/>
            <a:ext cx="23175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>
                <a:cs typeface="Rajdhani Bold" panose="02000000000000000000" pitchFamily="2" charset="0"/>
              </a:rPr>
              <a:t>Lorem ipsum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AB395FA-436D-9640-2C66-1A510720174B}"/>
              </a:ext>
            </a:extLst>
          </p:cNvPr>
          <p:cNvSpPr txBox="1"/>
          <p:nvPr/>
        </p:nvSpPr>
        <p:spPr>
          <a:xfrm>
            <a:off x="1954485" y="887265"/>
            <a:ext cx="23175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cs typeface="Rajdhani Bold" panose="02000000000000000000" pitchFamily="2" charset="0"/>
              </a:rPr>
              <a:t>Lorem ipsum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E02F1D6F-A934-FFBE-5092-5C972CF96967}"/>
              </a:ext>
            </a:extLst>
          </p:cNvPr>
          <p:cNvSpPr txBox="1"/>
          <p:nvPr/>
        </p:nvSpPr>
        <p:spPr>
          <a:xfrm>
            <a:off x="7919983" y="887265"/>
            <a:ext cx="23175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>
                <a:cs typeface="Rajdhani Bold" panose="02000000000000000000" pitchFamily="2" charset="0"/>
              </a:rPr>
              <a:t>Lorem ipsum</a:t>
            </a:r>
          </a:p>
        </p:txBody>
      </p:sp>
    </p:spTree>
    <p:extLst>
      <p:ext uri="{BB962C8B-B14F-4D97-AF65-F5344CB8AC3E}">
        <p14:creationId xmlns:p14="http://schemas.microsoft.com/office/powerpoint/2010/main" val="37682064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CA2B6D67-9C1E-DCA7-B9ED-97158A991123}"/>
              </a:ext>
            </a:extLst>
          </p:cNvPr>
          <p:cNvSpPr txBox="1"/>
          <p:nvPr/>
        </p:nvSpPr>
        <p:spPr>
          <a:xfrm>
            <a:off x="1014687" y="2159438"/>
            <a:ext cx="23175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cs typeface="Rajdhani Bold" panose="02000000000000000000" pitchFamily="2" charset="0"/>
              </a:rPr>
              <a:t>Lorem ipsum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C1469D3-966A-642D-4B94-B5492793FC2E}"/>
              </a:ext>
            </a:extLst>
          </p:cNvPr>
          <p:cNvSpPr txBox="1"/>
          <p:nvPr/>
        </p:nvSpPr>
        <p:spPr>
          <a:xfrm>
            <a:off x="1954486" y="5632181"/>
            <a:ext cx="23175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cs typeface="Rajdhani Bold" panose="02000000000000000000" pitchFamily="2" charset="0"/>
              </a:rPr>
              <a:t>Lorem ipsum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3D49BBD-A44E-CAD3-C66D-73F83DC6B6AF}"/>
              </a:ext>
            </a:extLst>
          </p:cNvPr>
          <p:cNvSpPr txBox="1"/>
          <p:nvPr/>
        </p:nvSpPr>
        <p:spPr>
          <a:xfrm>
            <a:off x="8859783" y="2159438"/>
            <a:ext cx="23175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>
                <a:cs typeface="Rajdhani Bold" panose="02000000000000000000" pitchFamily="2" charset="0"/>
              </a:rPr>
              <a:t>Lorem ipsum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C78A8DA-AD8A-513B-D63B-71286C6AEDF0}"/>
              </a:ext>
            </a:extLst>
          </p:cNvPr>
          <p:cNvSpPr txBox="1"/>
          <p:nvPr/>
        </p:nvSpPr>
        <p:spPr>
          <a:xfrm>
            <a:off x="7919983" y="5632181"/>
            <a:ext cx="23175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>
                <a:cs typeface="Rajdhani Bold" panose="02000000000000000000" pitchFamily="2" charset="0"/>
              </a:rPr>
              <a:t>Lorem ipsum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3C810C6-57A2-7F34-C101-432E6BB0175A}"/>
              </a:ext>
            </a:extLst>
          </p:cNvPr>
          <p:cNvSpPr txBox="1"/>
          <p:nvPr/>
        </p:nvSpPr>
        <p:spPr>
          <a:xfrm>
            <a:off x="4937234" y="139262"/>
            <a:ext cx="23175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cs typeface="Rajdhani Bold" panose="02000000000000000000" pitchFamily="2" charset="0"/>
              </a:rPr>
              <a:t>Lorem ipsum</a:t>
            </a:r>
          </a:p>
        </p:txBody>
      </p:sp>
    </p:spTree>
    <p:extLst>
      <p:ext uri="{BB962C8B-B14F-4D97-AF65-F5344CB8AC3E}">
        <p14:creationId xmlns:p14="http://schemas.microsoft.com/office/powerpoint/2010/main" val="14765874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CA2B6D67-9C1E-DCA7-B9ED-97158A991123}"/>
              </a:ext>
            </a:extLst>
          </p:cNvPr>
          <p:cNvSpPr txBox="1"/>
          <p:nvPr/>
        </p:nvSpPr>
        <p:spPr>
          <a:xfrm>
            <a:off x="1560786" y="698938"/>
            <a:ext cx="23175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cs typeface="Rajdhani Bold" panose="02000000000000000000" pitchFamily="2" charset="0"/>
              </a:rPr>
              <a:t>Lorem ipsum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C1469D3-966A-642D-4B94-B5492793FC2E}"/>
              </a:ext>
            </a:extLst>
          </p:cNvPr>
          <p:cNvSpPr txBox="1"/>
          <p:nvPr/>
        </p:nvSpPr>
        <p:spPr>
          <a:xfrm>
            <a:off x="1560786" y="5632181"/>
            <a:ext cx="23175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cs typeface="Rajdhani Bold" panose="02000000000000000000" pitchFamily="2" charset="0"/>
              </a:rPr>
              <a:t>Lorem ipsum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3D49BBD-A44E-CAD3-C66D-73F83DC6B6AF}"/>
              </a:ext>
            </a:extLst>
          </p:cNvPr>
          <p:cNvSpPr txBox="1"/>
          <p:nvPr/>
        </p:nvSpPr>
        <p:spPr>
          <a:xfrm>
            <a:off x="8313683" y="698938"/>
            <a:ext cx="23175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>
                <a:cs typeface="Rajdhani Bold" panose="02000000000000000000" pitchFamily="2" charset="0"/>
              </a:rPr>
              <a:t>Lorem ipsum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C78A8DA-AD8A-513B-D63B-71286C6AEDF0}"/>
              </a:ext>
            </a:extLst>
          </p:cNvPr>
          <p:cNvSpPr txBox="1"/>
          <p:nvPr/>
        </p:nvSpPr>
        <p:spPr>
          <a:xfrm>
            <a:off x="8313683" y="5632181"/>
            <a:ext cx="23175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>
                <a:cs typeface="Rajdhani Bold" panose="02000000000000000000" pitchFamily="2" charset="0"/>
              </a:rPr>
              <a:t>Lorem ipsum</a:t>
            </a:r>
          </a:p>
        </p:txBody>
      </p:sp>
    </p:spTree>
    <p:extLst>
      <p:ext uri="{BB962C8B-B14F-4D97-AF65-F5344CB8AC3E}">
        <p14:creationId xmlns:p14="http://schemas.microsoft.com/office/powerpoint/2010/main" val="4485985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CA2B6D67-9C1E-DCA7-B9ED-97158A991123}"/>
              </a:ext>
            </a:extLst>
          </p:cNvPr>
          <p:cNvSpPr txBox="1"/>
          <p:nvPr/>
        </p:nvSpPr>
        <p:spPr>
          <a:xfrm>
            <a:off x="4937234" y="139262"/>
            <a:ext cx="23175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cs typeface="Rajdhani Bold" panose="02000000000000000000" pitchFamily="2" charset="0"/>
              </a:rPr>
              <a:t>Lorem ipsum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C1469D3-966A-642D-4B94-B5492793FC2E}"/>
              </a:ext>
            </a:extLst>
          </p:cNvPr>
          <p:cNvSpPr txBox="1"/>
          <p:nvPr/>
        </p:nvSpPr>
        <p:spPr>
          <a:xfrm>
            <a:off x="1761894" y="4887463"/>
            <a:ext cx="19153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cs typeface="Rajdhani Bold" panose="02000000000000000000" pitchFamily="2" charset="0"/>
              </a:rPr>
              <a:t>Lorem ipsum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C78A8DA-AD8A-513B-D63B-71286C6AEDF0}"/>
              </a:ext>
            </a:extLst>
          </p:cNvPr>
          <p:cNvSpPr txBox="1"/>
          <p:nvPr/>
        </p:nvSpPr>
        <p:spPr>
          <a:xfrm>
            <a:off x="8514791" y="4887463"/>
            <a:ext cx="19153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>
                <a:cs typeface="Rajdhani Bold" panose="02000000000000000000" pitchFamily="2" charset="0"/>
              </a:rPr>
              <a:t>Lorem ipsum</a:t>
            </a:r>
          </a:p>
        </p:txBody>
      </p:sp>
    </p:spTree>
    <p:extLst>
      <p:ext uri="{BB962C8B-B14F-4D97-AF65-F5344CB8AC3E}">
        <p14:creationId xmlns:p14="http://schemas.microsoft.com/office/powerpoint/2010/main" val="23322457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>
            <a:extLst>
              <a:ext uri="{FF2B5EF4-FFF2-40B4-BE49-F238E27FC236}">
                <a16:creationId xmlns:a16="http://schemas.microsoft.com/office/drawing/2014/main" id="{11E70750-44A1-AB58-01A7-9FF0113DFB7E}"/>
              </a:ext>
            </a:extLst>
          </p:cNvPr>
          <p:cNvSpPr txBox="1"/>
          <p:nvPr/>
        </p:nvSpPr>
        <p:spPr>
          <a:xfrm>
            <a:off x="795720" y="3259722"/>
            <a:ext cx="23175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cs typeface="Rajdhani Bold" panose="02000000000000000000" pitchFamily="2" charset="0"/>
              </a:rPr>
              <a:t>Lorem ipsum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F0DA1E3D-7BD3-6A06-71E3-758759F7F49B}"/>
              </a:ext>
            </a:extLst>
          </p:cNvPr>
          <p:cNvSpPr txBox="1"/>
          <p:nvPr/>
        </p:nvSpPr>
        <p:spPr>
          <a:xfrm>
            <a:off x="9078749" y="3259722"/>
            <a:ext cx="23175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>
                <a:cs typeface="Rajdhani Bold" panose="02000000000000000000" pitchFamily="2" charset="0"/>
              </a:rPr>
              <a:t>Lorem ipsum</a:t>
            </a:r>
          </a:p>
        </p:txBody>
      </p:sp>
    </p:spTree>
    <p:extLst>
      <p:ext uri="{BB962C8B-B14F-4D97-AF65-F5344CB8AC3E}">
        <p14:creationId xmlns:p14="http://schemas.microsoft.com/office/powerpoint/2010/main" val="37726235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llaDiTesto 6">
            <a:extLst>
              <a:ext uri="{FF2B5EF4-FFF2-40B4-BE49-F238E27FC236}">
                <a16:creationId xmlns:a16="http://schemas.microsoft.com/office/drawing/2014/main" id="{194E3FB7-3ACD-70B8-D5E5-FF88935DF4D7}"/>
              </a:ext>
            </a:extLst>
          </p:cNvPr>
          <p:cNvSpPr txBox="1"/>
          <p:nvPr/>
        </p:nvSpPr>
        <p:spPr>
          <a:xfrm>
            <a:off x="2728768" y="3552111"/>
            <a:ext cx="74623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j-lt"/>
                <a:ea typeface="Cornerstone" pitchFamily="2" charset="-128"/>
                <a:cs typeface="Rajdhani Bold" panose="02000000000000000000" pitchFamily="2" charset="0"/>
              </a:rPr>
              <a:t>Lorem ipsum dolor sit </a:t>
            </a:r>
            <a:r>
              <a:rPr lang="en-US" sz="3600" b="1" dirty="0" err="1">
                <a:latin typeface="+mj-lt"/>
                <a:ea typeface="Cornerstone" pitchFamily="2" charset="-128"/>
                <a:cs typeface="Rajdhani Bold" panose="02000000000000000000" pitchFamily="2" charset="0"/>
              </a:rPr>
              <a:t>amet</a:t>
            </a:r>
            <a:r>
              <a:rPr lang="en-US" sz="3600" b="1" dirty="0">
                <a:latin typeface="+mj-lt"/>
                <a:ea typeface="Cornerstone" pitchFamily="2" charset="-128"/>
                <a:cs typeface="Rajdhani Bold" panose="02000000000000000000" pitchFamily="2" charset="0"/>
              </a:rPr>
              <a:t>, </a:t>
            </a:r>
            <a:r>
              <a:rPr lang="en-US" sz="3600" b="1" dirty="0" err="1">
                <a:latin typeface="+mj-lt"/>
                <a:ea typeface="Cornerstone" pitchFamily="2" charset="-128"/>
                <a:cs typeface="Rajdhani Bold" panose="02000000000000000000" pitchFamily="2" charset="0"/>
              </a:rPr>
              <a:t>consectetur</a:t>
            </a:r>
            <a:r>
              <a:rPr lang="en-US" sz="3600" b="1" dirty="0">
                <a:latin typeface="+mj-lt"/>
                <a:ea typeface="Cornerstone" pitchFamily="2" charset="-128"/>
                <a:cs typeface="Rajdhani Bold" panose="02000000000000000000" pitchFamily="2" charset="0"/>
              </a:rPr>
              <a:t> </a:t>
            </a:r>
            <a:r>
              <a:rPr lang="en-US" sz="3600" b="1" dirty="0" err="1">
                <a:latin typeface="+mj-lt"/>
                <a:ea typeface="Cornerstone" pitchFamily="2" charset="-128"/>
                <a:cs typeface="Rajdhani Bold" panose="02000000000000000000" pitchFamily="2" charset="0"/>
              </a:rPr>
              <a:t>adipiscin</a:t>
            </a:r>
            <a:r>
              <a:rPr lang="en-US" sz="3600" b="1" dirty="0">
                <a:latin typeface="+mj-lt"/>
                <a:ea typeface="Cornerstone" pitchFamily="2" charset="-128"/>
                <a:cs typeface="Rajdhani Bold" panose="02000000000000000000" pitchFamily="2" charset="0"/>
              </a:rPr>
              <a:t> </a:t>
            </a:r>
            <a:r>
              <a:rPr lang="en-US" sz="3600" b="1" dirty="0" err="1">
                <a:latin typeface="+mj-lt"/>
                <a:ea typeface="Cornerstone" pitchFamily="2" charset="-128"/>
                <a:cs typeface="Rajdhani Bold" panose="02000000000000000000" pitchFamily="2" charset="0"/>
              </a:rPr>
              <a:t>elit</a:t>
            </a:r>
            <a:r>
              <a:rPr lang="en-US" sz="3600" b="1" dirty="0">
                <a:latin typeface="+mj-lt"/>
                <a:ea typeface="Cornerstone" pitchFamily="2" charset="-128"/>
                <a:cs typeface="Rajdhani Bold" panose="02000000000000000000" pitchFamily="2" charset="0"/>
              </a:rPr>
              <a:t>.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16850815-143A-5697-2954-9D45406DC483}"/>
              </a:ext>
            </a:extLst>
          </p:cNvPr>
          <p:cNvSpPr txBox="1"/>
          <p:nvPr/>
        </p:nvSpPr>
        <p:spPr>
          <a:xfrm>
            <a:off x="2537039" y="3649316"/>
            <a:ext cx="87761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spc="-300" dirty="0">
                <a:solidFill>
                  <a:schemeClr val="accent5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‘‘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D833CBB0-C485-3773-D25D-76AE4DDAF1FB}"/>
              </a:ext>
            </a:extLst>
          </p:cNvPr>
          <p:cNvSpPr txBox="1"/>
          <p:nvPr/>
        </p:nvSpPr>
        <p:spPr>
          <a:xfrm rot="10800000">
            <a:off x="9505229" y="3200358"/>
            <a:ext cx="87761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spc="-300" dirty="0">
                <a:solidFill>
                  <a:schemeClr val="accent5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‘‘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640485C8-AB05-6A15-C469-2EB45C5FD52E}"/>
              </a:ext>
            </a:extLst>
          </p:cNvPr>
          <p:cNvSpPr txBox="1"/>
          <p:nvPr/>
        </p:nvSpPr>
        <p:spPr>
          <a:xfrm>
            <a:off x="3774547" y="4875550"/>
            <a:ext cx="5370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- Author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6D92293E-2776-667E-98D3-9841B412D016}"/>
              </a:ext>
            </a:extLst>
          </p:cNvPr>
          <p:cNvSpPr txBox="1"/>
          <p:nvPr/>
        </p:nvSpPr>
        <p:spPr>
          <a:xfrm>
            <a:off x="2710502" y="1467557"/>
            <a:ext cx="7490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j-lt"/>
              </a:rPr>
              <a:t>Topic </a:t>
            </a:r>
            <a:r>
              <a:rPr lang="en-US" sz="3600" b="1" dirty="0" err="1">
                <a:latin typeface="+mj-lt"/>
              </a:rPr>
              <a:t>topic</a:t>
            </a:r>
            <a:r>
              <a:rPr lang="en-US" sz="3600" b="1" dirty="0">
                <a:latin typeface="+mj-lt"/>
              </a:rPr>
              <a:t> </a:t>
            </a:r>
            <a:r>
              <a:rPr lang="en-US" sz="3600" b="1" dirty="0" err="1">
                <a:latin typeface="+mj-lt"/>
              </a:rPr>
              <a:t>topic</a:t>
            </a:r>
            <a:endParaRPr lang="en-US" sz="3600" b="1" dirty="0">
              <a:latin typeface="+mj-lt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9209001-9E82-70F1-B5F6-03127517DCBE}"/>
              </a:ext>
            </a:extLst>
          </p:cNvPr>
          <p:cNvSpPr txBox="1"/>
          <p:nvPr/>
        </p:nvSpPr>
        <p:spPr>
          <a:xfrm>
            <a:off x="3053165" y="2236998"/>
            <a:ext cx="6805624" cy="697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400" spc="0" dirty="0"/>
              <a:t>Lorem ipsum dolor sit </a:t>
            </a:r>
            <a:r>
              <a:rPr lang="en-US" sz="1400" spc="0" dirty="0" err="1"/>
              <a:t>amet</a:t>
            </a:r>
            <a:r>
              <a:rPr lang="en-US" sz="1400" spc="0" dirty="0"/>
              <a:t>, </a:t>
            </a:r>
            <a:r>
              <a:rPr lang="en-US" sz="1400" spc="0" dirty="0" err="1"/>
              <a:t>consectetur</a:t>
            </a:r>
            <a:r>
              <a:rPr lang="en-US" sz="1400" spc="0" dirty="0"/>
              <a:t> </a:t>
            </a:r>
            <a:r>
              <a:rPr lang="en-US" sz="1400" spc="0" dirty="0" err="1"/>
              <a:t>adipiscing</a:t>
            </a:r>
            <a:r>
              <a:rPr lang="en-US" sz="1400" spc="0" dirty="0"/>
              <a:t> </a:t>
            </a:r>
            <a:r>
              <a:rPr lang="en-US" sz="1400" spc="0" dirty="0" err="1"/>
              <a:t>elit</a:t>
            </a:r>
            <a:r>
              <a:rPr lang="en-US" sz="1400" spc="0" dirty="0"/>
              <a:t>, sed do </a:t>
            </a:r>
            <a:r>
              <a:rPr lang="en-US" sz="1400" spc="0" dirty="0" err="1"/>
              <a:t>eiusmod</a:t>
            </a:r>
            <a:r>
              <a:rPr lang="en-US" sz="1400" spc="0" dirty="0"/>
              <a:t> </a:t>
            </a:r>
            <a:r>
              <a:rPr lang="en-US" sz="1400" spc="0" dirty="0" err="1"/>
              <a:t>tempor</a:t>
            </a:r>
            <a:r>
              <a:rPr lang="en-US" sz="1400" spc="0" dirty="0"/>
              <a:t> </a:t>
            </a:r>
            <a:r>
              <a:rPr lang="en-US" sz="1400" spc="0" dirty="0" err="1"/>
              <a:t>incididunt</a:t>
            </a:r>
            <a:r>
              <a:rPr lang="en-US" sz="1400" spc="0" dirty="0"/>
              <a:t> </a:t>
            </a:r>
            <a:r>
              <a:rPr lang="en-US" sz="1400" spc="0" dirty="0" err="1"/>
              <a:t>ut</a:t>
            </a:r>
            <a:r>
              <a:rPr lang="en-US" sz="1400" spc="0" dirty="0"/>
              <a:t> labore et dolore magna </a:t>
            </a:r>
            <a:r>
              <a:rPr lang="en-US" sz="1400" spc="0" dirty="0" err="1"/>
              <a:t>aliqua</a:t>
            </a:r>
            <a:r>
              <a:rPr lang="en-US" sz="1400" spc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254100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FCC6AE79-B511-42B1-FA46-C17EE52BC5C3}"/>
              </a:ext>
            </a:extLst>
          </p:cNvPr>
          <p:cNvSpPr txBox="1"/>
          <p:nvPr/>
        </p:nvSpPr>
        <p:spPr>
          <a:xfrm>
            <a:off x="3133725" y="1890841"/>
            <a:ext cx="5924550" cy="24879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chemeClr val="bg2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Lorem ipsum dolor sit </a:t>
            </a:r>
            <a:r>
              <a:rPr lang="en-US" sz="3600" b="1" dirty="0" err="1">
                <a:solidFill>
                  <a:schemeClr val="bg2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amet</a:t>
            </a:r>
            <a:r>
              <a:rPr lang="en-US" sz="3600" b="1" dirty="0">
                <a:solidFill>
                  <a:schemeClr val="bg2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, </a:t>
            </a:r>
            <a:r>
              <a:rPr lang="en-US" sz="3600" b="1" dirty="0" err="1">
                <a:solidFill>
                  <a:schemeClr val="bg2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consectetur</a:t>
            </a:r>
            <a:r>
              <a:rPr lang="en-US" sz="3600" b="1" dirty="0">
                <a:solidFill>
                  <a:schemeClr val="bg2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 </a:t>
            </a:r>
            <a:r>
              <a:rPr lang="en-US" sz="3600" b="1" dirty="0" err="1">
                <a:solidFill>
                  <a:schemeClr val="bg2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adipiscin</a:t>
            </a:r>
            <a:r>
              <a:rPr lang="en-US" sz="3600" b="1" dirty="0">
                <a:solidFill>
                  <a:schemeClr val="bg2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 </a:t>
            </a:r>
            <a:r>
              <a:rPr lang="en-US" sz="3600" b="1" dirty="0" err="1">
                <a:solidFill>
                  <a:schemeClr val="bg2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elit</a:t>
            </a:r>
            <a:r>
              <a:rPr lang="en-US" sz="3600" b="1" dirty="0">
                <a:solidFill>
                  <a:schemeClr val="bg2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.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C0E223DA-13F1-D1A6-F6D9-F4ADA5D4DAB0}"/>
              </a:ext>
            </a:extLst>
          </p:cNvPr>
          <p:cNvSpPr txBox="1"/>
          <p:nvPr/>
        </p:nvSpPr>
        <p:spPr>
          <a:xfrm>
            <a:off x="2803525" y="2757616"/>
            <a:ext cx="9652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spc="-300" dirty="0">
                <a:solidFill>
                  <a:schemeClr val="accent2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‘‘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8DB8D6D-6EB5-0549-E138-66EBE3998359}"/>
              </a:ext>
            </a:extLst>
          </p:cNvPr>
          <p:cNvSpPr txBox="1"/>
          <p:nvPr/>
        </p:nvSpPr>
        <p:spPr>
          <a:xfrm rot="10800000">
            <a:off x="8423275" y="2274991"/>
            <a:ext cx="9652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spc="-300" dirty="0">
                <a:solidFill>
                  <a:schemeClr val="accent2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‘‘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6BE3F88D-292F-1787-C28B-94895AAA5A2C}"/>
              </a:ext>
            </a:extLst>
          </p:cNvPr>
          <p:cNvSpPr txBox="1"/>
          <p:nvPr/>
        </p:nvSpPr>
        <p:spPr>
          <a:xfrm>
            <a:off x="3286125" y="4628525"/>
            <a:ext cx="56197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solidFill>
                  <a:schemeClr val="bg2"/>
                </a:solidFill>
              </a:rPr>
              <a:t>- Author</a:t>
            </a:r>
          </a:p>
        </p:txBody>
      </p:sp>
    </p:spTree>
    <p:extLst>
      <p:ext uri="{BB962C8B-B14F-4D97-AF65-F5344CB8AC3E}">
        <p14:creationId xmlns:p14="http://schemas.microsoft.com/office/powerpoint/2010/main" val="14989406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7D5C2D51-82C3-B17C-BA7C-35CF51F563F3}"/>
              </a:ext>
            </a:extLst>
          </p:cNvPr>
          <p:cNvSpPr txBox="1"/>
          <p:nvPr/>
        </p:nvSpPr>
        <p:spPr>
          <a:xfrm>
            <a:off x="1545021" y="440322"/>
            <a:ext cx="100426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3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Title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238E3B28-C585-11CC-36A3-F36DDF5E0478}"/>
              </a:ext>
            </a:extLst>
          </p:cNvPr>
          <p:cNvSpPr txBox="1"/>
          <p:nvPr/>
        </p:nvSpPr>
        <p:spPr>
          <a:xfrm>
            <a:off x="1545021" y="1259998"/>
            <a:ext cx="10042633" cy="5215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>
                <a:cs typeface="Rajdhani Medium" panose="02000000000000000000" pitchFamily="2" charset="0"/>
              </a:rPr>
              <a:t>Lorem ipsum dolor sit </a:t>
            </a:r>
            <a:r>
              <a:rPr lang="en-US" sz="1600" dirty="0" err="1">
                <a:cs typeface="Rajdhani Medium" panose="02000000000000000000" pitchFamily="2" charset="0"/>
              </a:rPr>
              <a:t>amet</a:t>
            </a:r>
            <a:r>
              <a:rPr lang="en-US" sz="1600" dirty="0">
                <a:cs typeface="Rajdhani Medium" panose="02000000000000000000" pitchFamily="2" charset="0"/>
              </a:rPr>
              <a:t>, </a:t>
            </a:r>
            <a:r>
              <a:rPr lang="en-US" sz="1600" dirty="0" err="1">
                <a:cs typeface="Rajdhani Medium" panose="02000000000000000000" pitchFamily="2" charset="0"/>
              </a:rPr>
              <a:t>consectetur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adipiscing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elit</a:t>
            </a:r>
            <a:r>
              <a:rPr lang="en-US" sz="1600" dirty="0">
                <a:cs typeface="Rajdhani Medium" panose="02000000000000000000" pitchFamily="2" charset="0"/>
              </a:rPr>
              <a:t>, sed do </a:t>
            </a:r>
            <a:r>
              <a:rPr lang="en-US" sz="1600" dirty="0" err="1">
                <a:cs typeface="Rajdhani Medium" panose="02000000000000000000" pitchFamily="2" charset="0"/>
              </a:rPr>
              <a:t>eiusmod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tempor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incididunt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ut</a:t>
            </a:r>
            <a:r>
              <a:rPr lang="en-US" sz="1600" dirty="0">
                <a:cs typeface="Rajdhani Medium" panose="02000000000000000000" pitchFamily="2" charset="0"/>
              </a:rPr>
              <a:t> labore et dolore magna </a:t>
            </a:r>
            <a:r>
              <a:rPr lang="en-US" sz="1600" dirty="0" err="1">
                <a:cs typeface="Rajdhani Medium" panose="02000000000000000000" pitchFamily="2" charset="0"/>
              </a:rPr>
              <a:t>aliqua</a:t>
            </a:r>
            <a:r>
              <a:rPr lang="en-US" sz="1600" dirty="0">
                <a:cs typeface="Rajdhani Medium" panose="02000000000000000000" pitchFamily="2" charset="0"/>
              </a:rPr>
              <a:t>. Ut </a:t>
            </a:r>
            <a:r>
              <a:rPr lang="en-US" sz="1600" dirty="0" err="1">
                <a:cs typeface="Rajdhani Medium" panose="02000000000000000000" pitchFamily="2" charset="0"/>
              </a:rPr>
              <a:t>enim</a:t>
            </a:r>
            <a:r>
              <a:rPr lang="en-US" sz="1600" dirty="0">
                <a:cs typeface="Rajdhani Medium" panose="02000000000000000000" pitchFamily="2" charset="0"/>
              </a:rPr>
              <a:t> ad minim </a:t>
            </a:r>
            <a:r>
              <a:rPr lang="en-US" sz="1600" dirty="0" err="1">
                <a:cs typeface="Rajdhani Medium" panose="02000000000000000000" pitchFamily="2" charset="0"/>
              </a:rPr>
              <a:t>veniam</a:t>
            </a:r>
            <a:r>
              <a:rPr lang="en-US" sz="1600" dirty="0">
                <a:cs typeface="Rajdhani Medium" panose="02000000000000000000" pitchFamily="2" charset="0"/>
              </a:rPr>
              <a:t>, </a:t>
            </a:r>
            <a:r>
              <a:rPr lang="en-US" sz="1600" dirty="0" err="1">
                <a:cs typeface="Rajdhani Medium" panose="02000000000000000000" pitchFamily="2" charset="0"/>
              </a:rPr>
              <a:t>quis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nostrud</a:t>
            </a:r>
            <a:r>
              <a:rPr lang="en-US" sz="1600" dirty="0">
                <a:cs typeface="Rajdhani Medium" panose="02000000000000000000" pitchFamily="2" charset="0"/>
              </a:rPr>
              <a:t> exercitation </a:t>
            </a:r>
            <a:r>
              <a:rPr lang="en-US" sz="1600" dirty="0" err="1">
                <a:cs typeface="Rajdhani Medium" panose="02000000000000000000" pitchFamily="2" charset="0"/>
              </a:rPr>
              <a:t>ullamco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laboris</a:t>
            </a:r>
            <a:r>
              <a:rPr lang="en-US" sz="1600" dirty="0">
                <a:cs typeface="Rajdhani Medium" panose="02000000000000000000" pitchFamily="2" charset="0"/>
              </a:rPr>
              <a:t> nisi </a:t>
            </a:r>
            <a:r>
              <a:rPr lang="en-US" sz="1600" dirty="0" err="1">
                <a:cs typeface="Rajdhani Medium" panose="02000000000000000000" pitchFamily="2" charset="0"/>
              </a:rPr>
              <a:t>ut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aliquip</a:t>
            </a:r>
            <a:r>
              <a:rPr lang="en-US" sz="1600" dirty="0">
                <a:cs typeface="Rajdhani Medium" panose="02000000000000000000" pitchFamily="2" charset="0"/>
              </a:rPr>
              <a:t> ex </a:t>
            </a:r>
            <a:r>
              <a:rPr lang="en-US" sz="1600" dirty="0" err="1">
                <a:cs typeface="Rajdhani Medium" panose="02000000000000000000" pitchFamily="2" charset="0"/>
              </a:rPr>
              <a:t>ea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commodo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consequat</a:t>
            </a:r>
            <a:r>
              <a:rPr lang="en-US" sz="1600" dirty="0">
                <a:cs typeface="Rajdhani Medium" panose="02000000000000000000" pitchFamily="2" charset="0"/>
              </a:rPr>
              <a:t>. Duis </a:t>
            </a:r>
            <a:r>
              <a:rPr lang="en-US" sz="1600" dirty="0" err="1">
                <a:cs typeface="Rajdhani Medium" panose="02000000000000000000" pitchFamily="2" charset="0"/>
              </a:rPr>
              <a:t>aute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irure</a:t>
            </a:r>
            <a:r>
              <a:rPr lang="en-US" sz="1600" dirty="0">
                <a:cs typeface="Rajdhani Medium" panose="02000000000000000000" pitchFamily="2" charset="0"/>
              </a:rPr>
              <a:t> dolor in </a:t>
            </a:r>
            <a:r>
              <a:rPr lang="en-US" sz="1600" dirty="0" err="1">
                <a:cs typeface="Rajdhani Medium" panose="02000000000000000000" pitchFamily="2" charset="0"/>
              </a:rPr>
              <a:t>reprehenderit</a:t>
            </a:r>
            <a:r>
              <a:rPr lang="en-US" sz="1600" dirty="0">
                <a:cs typeface="Rajdhani Medium" panose="02000000000000000000" pitchFamily="2" charset="0"/>
              </a:rPr>
              <a:t> in </a:t>
            </a:r>
            <a:r>
              <a:rPr lang="en-US" sz="1600" dirty="0" err="1">
                <a:cs typeface="Rajdhani Medium" panose="02000000000000000000" pitchFamily="2" charset="0"/>
              </a:rPr>
              <a:t>voluptate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velit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esse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cillum</a:t>
            </a:r>
            <a:r>
              <a:rPr lang="en-US" sz="1600" dirty="0">
                <a:cs typeface="Rajdhani Medium" panose="02000000000000000000" pitchFamily="2" charset="0"/>
              </a:rPr>
              <a:t> dolore </a:t>
            </a:r>
            <a:r>
              <a:rPr lang="en-US" sz="1600" dirty="0" err="1">
                <a:cs typeface="Rajdhani Medium" panose="02000000000000000000" pitchFamily="2" charset="0"/>
              </a:rPr>
              <a:t>eu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fugiat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nulla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pariatur</a:t>
            </a:r>
            <a:r>
              <a:rPr lang="en-US" sz="1600" dirty="0">
                <a:cs typeface="Rajdhani Medium" panose="02000000000000000000" pitchFamily="2" charset="0"/>
              </a:rPr>
              <a:t>. </a:t>
            </a:r>
            <a:r>
              <a:rPr lang="en-US" sz="1600" dirty="0" err="1">
                <a:cs typeface="Rajdhani Medium" panose="02000000000000000000" pitchFamily="2" charset="0"/>
              </a:rPr>
              <a:t>Excepteur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sint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occaecat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cupidatat</a:t>
            </a:r>
            <a:r>
              <a:rPr lang="en-US" sz="1600" dirty="0">
                <a:cs typeface="Rajdhani Medium" panose="02000000000000000000" pitchFamily="2" charset="0"/>
              </a:rPr>
              <a:t> non </a:t>
            </a:r>
            <a:r>
              <a:rPr lang="en-US" sz="1600" dirty="0" err="1">
                <a:cs typeface="Rajdhani Medium" panose="02000000000000000000" pitchFamily="2" charset="0"/>
              </a:rPr>
              <a:t>proident</a:t>
            </a:r>
            <a:r>
              <a:rPr lang="en-US" sz="1600" dirty="0">
                <a:cs typeface="Rajdhani Medium" panose="02000000000000000000" pitchFamily="2" charset="0"/>
              </a:rPr>
              <a:t>, sunt in culpa qui </a:t>
            </a:r>
            <a:r>
              <a:rPr lang="en-US" sz="1600" dirty="0" err="1">
                <a:cs typeface="Rajdhani Medium" panose="02000000000000000000" pitchFamily="2" charset="0"/>
              </a:rPr>
              <a:t>officia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deserunt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mollit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anim</a:t>
            </a:r>
            <a:r>
              <a:rPr lang="en-US" sz="1600" dirty="0">
                <a:cs typeface="Rajdhani Medium" panose="02000000000000000000" pitchFamily="2" charset="0"/>
              </a:rPr>
              <a:t> id </a:t>
            </a:r>
            <a:r>
              <a:rPr lang="en-US" sz="1600" dirty="0" err="1">
                <a:cs typeface="Rajdhani Medium" panose="02000000000000000000" pitchFamily="2" charset="0"/>
              </a:rPr>
              <a:t>est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laborum</a:t>
            </a:r>
            <a:r>
              <a:rPr lang="en-US" sz="1600" dirty="0">
                <a:cs typeface="Rajdhani Medium" panose="02000000000000000000" pitchFamily="2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sz="1600" dirty="0">
              <a:cs typeface="Rajdhani Medium" panose="02000000000000000000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n-US" sz="1600" dirty="0">
                <a:cs typeface="Rajdhani Medium" panose="02000000000000000000" pitchFamily="2" charset="0"/>
              </a:rPr>
              <a:t>Sed </a:t>
            </a:r>
            <a:r>
              <a:rPr lang="en-US" sz="1600" dirty="0" err="1">
                <a:cs typeface="Rajdhani Medium" panose="02000000000000000000" pitchFamily="2" charset="0"/>
              </a:rPr>
              <a:t>ut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perspiciatis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unde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omnis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iste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natus</a:t>
            </a:r>
            <a:r>
              <a:rPr lang="en-US" sz="1600" dirty="0">
                <a:cs typeface="Rajdhani Medium" panose="02000000000000000000" pitchFamily="2" charset="0"/>
              </a:rPr>
              <a:t> error sit </a:t>
            </a:r>
            <a:r>
              <a:rPr lang="en-US" sz="1600" dirty="0" err="1">
                <a:cs typeface="Rajdhani Medium" panose="02000000000000000000" pitchFamily="2" charset="0"/>
              </a:rPr>
              <a:t>voluptatem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accusantium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doloremque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laudantium</a:t>
            </a:r>
            <a:r>
              <a:rPr lang="en-US" sz="1600" dirty="0">
                <a:cs typeface="Rajdhani Medium" panose="02000000000000000000" pitchFamily="2" charset="0"/>
              </a:rPr>
              <a:t>, </a:t>
            </a:r>
            <a:r>
              <a:rPr lang="en-US" sz="1600" dirty="0" err="1">
                <a:cs typeface="Rajdhani Medium" panose="02000000000000000000" pitchFamily="2" charset="0"/>
              </a:rPr>
              <a:t>totam</a:t>
            </a:r>
            <a:r>
              <a:rPr lang="en-US" sz="1600" dirty="0">
                <a:cs typeface="Rajdhani Medium" panose="02000000000000000000" pitchFamily="2" charset="0"/>
              </a:rPr>
              <a:t> rem </a:t>
            </a:r>
            <a:r>
              <a:rPr lang="en-US" sz="1600" dirty="0" err="1">
                <a:cs typeface="Rajdhani Medium" panose="02000000000000000000" pitchFamily="2" charset="0"/>
              </a:rPr>
              <a:t>aperiam</a:t>
            </a:r>
            <a:r>
              <a:rPr lang="en-US" sz="1600" dirty="0">
                <a:cs typeface="Rajdhani Medium" panose="02000000000000000000" pitchFamily="2" charset="0"/>
              </a:rPr>
              <a:t>, </a:t>
            </a:r>
            <a:r>
              <a:rPr lang="en-US" sz="1600" dirty="0" err="1">
                <a:cs typeface="Rajdhani Medium" panose="02000000000000000000" pitchFamily="2" charset="0"/>
              </a:rPr>
              <a:t>eaque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ipsa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quae</a:t>
            </a:r>
            <a:r>
              <a:rPr lang="en-US" sz="1600" dirty="0">
                <a:cs typeface="Rajdhani Medium" panose="02000000000000000000" pitchFamily="2" charset="0"/>
              </a:rPr>
              <a:t> ab </a:t>
            </a:r>
            <a:r>
              <a:rPr lang="en-US" sz="1600" dirty="0" err="1">
                <a:cs typeface="Rajdhani Medium" panose="02000000000000000000" pitchFamily="2" charset="0"/>
              </a:rPr>
              <a:t>illo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inventore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veritatis</a:t>
            </a:r>
            <a:r>
              <a:rPr lang="en-US" sz="1600" dirty="0">
                <a:cs typeface="Rajdhani Medium" panose="02000000000000000000" pitchFamily="2" charset="0"/>
              </a:rPr>
              <a:t> et quasi </a:t>
            </a:r>
            <a:r>
              <a:rPr lang="en-US" sz="1600" dirty="0" err="1">
                <a:cs typeface="Rajdhani Medium" panose="02000000000000000000" pitchFamily="2" charset="0"/>
              </a:rPr>
              <a:t>architecto</a:t>
            </a:r>
            <a:r>
              <a:rPr lang="en-US" sz="1600" dirty="0">
                <a:cs typeface="Rajdhani Medium" panose="02000000000000000000" pitchFamily="2" charset="0"/>
              </a:rPr>
              <a:t> beatae vitae dicta sunt </a:t>
            </a:r>
            <a:r>
              <a:rPr lang="en-US" sz="1600" dirty="0" err="1">
                <a:cs typeface="Rajdhani Medium" panose="02000000000000000000" pitchFamily="2" charset="0"/>
              </a:rPr>
              <a:t>explicabo</a:t>
            </a:r>
            <a:r>
              <a:rPr lang="en-US" sz="1600" dirty="0">
                <a:cs typeface="Rajdhani Medium" panose="02000000000000000000" pitchFamily="2" charset="0"/>
              </a:rPr>
              <a:t>. Nemo </a:t>
            </a:r>
            <a:r>
              <a:rPr lang="en-US" sz="1600" dirty="0" err="1">
                <a:cs typeface="Rajdhani Medium" panose="02000000000000000000" pitchFamily="2" charset="0"/>
              </a:rPr>
              <a:t>enim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ipsam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voluptatem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quia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voluptas</a:t>
            </a:r>
            <a:r>
              <a:rPr lang="en-US" sz="1600" dirty="0">
                <a:cs typeface="Rajdhani Medium" panose="02000000000000000000" pitchFamily="2" charset="0"/>
              </a:rPr>
              <a:t> sit </a:t>
            </a:r>
            <a:r>
              <a:rPr lang="en-US" sz="1600" dirty="0" err="1">
                <a:cs typeface="Rajdhani Medium" panose="02000000000000000000" pitchFamily="2" charset="0"/>
              </a:rPr>
              <a:t>aspernatur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aut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odit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aut</a:t>
            </a:r>
            <a:r>
              <a:rPr lang="en-US" sz="1600" dirty="0">
                <a:cs typeface="Rajdhani Medium" panose="02000000000000000000" pitchFamily="2" charset="0"/>
              </a:rPr>
              <a:t> fugit, sed </a:t>
            </a:r>
            <a:r>
              <a:rPr lang="en-US" sz="1600" dirty="0" err="1">
                <a:cs typeface="Rajdhani Medium" panose="02000000000000000000" pitchFamily="2" charset="0"/>
              </a:rPr>
              <a:t>quia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consequuntur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magni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dolores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eos</a:t>
            </a:r>
            <a:r>
              <a:rPr lang="en-US" sz="1600" dirty="0">
                <a:cs typeface="Rajdhani Medium" panose="02000000000000000000" pitchFamily="2" charset="0"/>
              </a:rPr>
              <a:t> qui ratione </a:t>
            </a:r>
            <a:r>
              <a:rPr lang="en-US" sz="1600" dirty="0" err="1">
                <a:cs typeface="Rajdhani Medium" panose="02000000000000000000" pitchFamily="2" charset="0"/>
              </a:rPr>
              <a:t>voluptatem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sequi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nesciunt</a:t>
            </a:r>
            <a:r>
              <a:rPr lang="en-US" sz="1600" dirty="0">
                <a:cs typeface="Rajdhani Medium" panose="02000000000000000000" pitchFamily="2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sz="1600" dirty="0">
              <a:cs typeface="Rajdhani Medium" panose="02000000000000000000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n-US" sz="1600" dirty="0" err="1">
                <a:cs typeface="Rajdhani Medium" panose="02000000000000000000" pitchFamily="2" charset="0"/>
              </a:rPr>
              <a:t>Neque</a:t>
            </a:r>
            <a:r>
              <a:rPr lang="en-US" sz="1600" dirty="0">
                <a:cs typeface="Rajdhani Medium" panose="02000000000000000000" pitchFamily="2" charset="0"/>
              </a:rPr>
              <a:t> porro </a:t>
            </a:r>
            <a:r>
              <a:rPr lang="en-US" sz="1600" dirty="0" err="1">
                <a:cs typeface="Rajdhani Medium" panose="02000000000000000000" pitchFamily="2" charset="0"/>
              </a:rPr>
              <a:t>quisquam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est</a:t>
            </a:r>
            <a:r>
              <a:rPr lang="en-US" sz="1600" dirty="0">
                <a:cs typeface="Rajdhani Medium" panose="02000000000000000000" pitchFamily="2" charset="0"/>
              </a:rPr>
              <a:t>, qui </a:t>
            </a:r>
            <a:r>
              <a:rPr lang="en-US" sz="1600" dirty="0" err="1">
                <a:cs typeface="Rajdhani Medium" panose="02000000000000000000" pitchFamily="2" charset="0"/>
              </a:rPr>
              <a:t>dolorem</a:t>
            </a:r>
            <a:r>
              <a:rPr lang="en-US" sz="1600" dirty="0">
                <a:cs typeface="Rajdhani Medium" panose="02000000000000000000" pitchFamily="2" charset="0"/>
              </a:rPr>
              <a:t> ipsum </a:t>
            </a:r>
            <a:r>
              <a:rPr lang="en-US" sz="1600" dirty="0" err="1">
                <a:cs typeface="Rajdhani Medium" panose="02000000000000000000" pitchFamily="2" charset="0"/>
              </a:rPr>
              <a:t>quia</a:t>
            </a:r>
            <a:r>
              <a:rPr lang="en-US" sz="1600" dirty="0">
                <a:cs typeface="Rajdhani Medium" panose="02000000000000000000" pitchFamily="2" charset="0"/>
              </a:rPr>
              <a:t> dolor sit </a:t>
            </a:r>
            <a:r>
              <a:rPr lang="en-US" sz="1600" dirty="0" err="1">
                <a:cs typeface="Rajdhani Medium" panose="02000000000000000000" pitchFamily="2" charset="0"/>
              </a:rPr>
              <a:t>amet</a:t>
            </a:r>
            <a:r>
              <a:rPr lang="en-US" sz="1600" dirty="0">
                <a:cs typeface="Rajdhani Medium" panose="02000000000000000000" pitchFamily="2" charset="0"/>
              </a:rPr>
              <a:t>, </a:t>
            </a:r>
            <a:r>
              <a:rPr lang="en-US" sz="1600" dirty="0" err="1">
                <a:cs typeface="Rajdhani Medium" panose="02000000000000000000" pitchFamily="2" charset="0"/>
              </a:rPr>
              <a:t>consectetur</a:t>
            </a:r>
            <a:r>
              <a:rPr lang="en-US" sz="1600" dirty="0">
                <a:cs typeface="Rajdhani Medium" panose="02000000000000000000" pitchFamily="2" charset="0"/>
              </a:rPr>
              <a:t>, </a:t>
            </a:r>
            <a:r>
              <a:rPr lang="en-US" sz="1600" dirty="0" err="1">
                <a:cs typeface="Rajdhani Medium" panose="02000000000000000000" pitchFamily="2" charset="0"/>
              </a:rPr>
              <a:t>adipisci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velit</a:t>
            </a:r>
            <a:r>
              <a:rPr lang="en-US" sz="1600" dirty="0">
                <a:cs typeface="Rajdhani Medium" panose="02000000000000000000" pitchFamily="2" charset="0"/>
              </a:rPr>
              <a:t>, sed </a:t>
            </a:r>
            <a:r>
              <a:rPr lang="en-US" sz="1600" dirty="0" err="1">
                <a:cs typeface="Rajdhani Medium" panose="02000000000000000000" pitchFamily="2" charset="0"/>
              </a:rPr>
              <a:t>quia</a:t>
            </a:r>
            <a:r>
              <a:rPr lang="en-US" sz="1600" dirty="0">
                <a:cs typeface="Rajdhani Medium" panose="02000000000000000000" pitchFamily="2" charset="0"/>
              </a:rPr>
              <a:t> non </a:t>
            </a:r>
            <a:r>
              <a:rPr lang="en-US" sz="1600" dirty="0" err="1">
                <a:cs typeface="Rajdhani Medium" panose="02000000000000000000" pitchFamily="2" charset="0"/>
              </a:rPr>
              <a:t>numquam</a:t>
            </a:r>
            <a:r>
              <a:rPr lang="en-US" sz="1600" dirty="0">
                <a:cs typeface="Rajdhani Medium" panose="02000000000000000000" pitchFamily="2" charset="0"/>
              </a:rPr>
              <a:t> eius </a:t>
            </a:r>
            <a:r>
              <a:rPr lang="en-US" sz="1600" dirty="0" err="1">
                <a:cs typeface="Rajdhani Medium" panose="02000000000000000000" pitchFamily="2" charset="0"/>
              </a:rPr>
              <a:t>modi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tempora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incidunt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ut</a:t>
            </a:r>
            <a:r>
              <a:rPr lang="en-US" sz="1600" dirty="0">
                <a:cs typeface="Rajdhani Medium" panose="02000000000000000000" pitchFamily="2" charset="0"/>
              </a:rPr>
              <a:t> labore et dolore </a:t>
            </a:r>
            <a:r>
              <a:rPr lang="en-US" sz="1600" dirty="0" err="1">
                <a:cs typeface="Rajdhani Medium" panose="02000000000000000000" pitchFamily="2" charset="0"/>
              </a:rPr>
              <a:t>magnam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aliquam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quaerat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voluptatem</a:t>
            </a:r>
            <a:r>
              <a:rPr lang="en-US" sz="1600" dirty="0">
                <a:cs typeface="Rajdhani Medium" panose="020000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047623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C4D44FA8-F3E7-B66E-B7F4-8844D86F8A52}"/>
              </a:ext>
            </a:extLst>
          </p:cNvPr>
          <p:cNvSpPr txBox="1"/>
          <p:nvPr/>
        </p:nvSpPr>
        <p:spPr>
          <a:xfrm>
            <a:off x="4209142" y="4121781"/>
            <a:ext cx="7547431" cy="1990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/>
              <a:t>Lorem ipsum dolor sit </a:t>
            </a:r>
            <a:r>
              <a:rPr lang="en-US" sz="1400" dirty="0" err="1"/>
              <a:t>amet</a:t>
            </a:r>
            <a:r>
              <a:rPr lang="en-US" sz="1400" dirty="0"/>
              <a:t>, </a:t>
            </a:r>
            <a:r>
              <a:rPr lang="en-US" sz="1400" dirty="0" err="1"/>
              <a:t>consectetuer</a:t>
            </a:r>
            <a:r>
              <a:rPr lang="en-US" sz="1400" dirty="0"/>
              <a:t> </a:t>
            </a:r>
            <a:r>
              <a:rPr lang="en-US" sz="1400" dirty="0" err="1"/>
              <a:t>adipiscing</a:t>
            </a:r>
            <a:r>
              <a:rPr lang="en-US" sz="1400" dirty="0"/>
              <a:t> </a:t>
            </a:r>
            <a:r>
              <a:rPr lang="en-US" sz="1400" dirty="0" err="1"/>
              <a:t>elit</a:t>
            </a:r>
            <a:r>
              <a:rPr lang="en-US" sz="1400" dirty="0"/>
              <a:t>, sed diam </a:t>
            </a:r>
            <a:r>
              <a:rPr lang="en-US" sz="1400" dirty="0" err="1"/>
              <a:t>nonummy</a:t>
            </a:r>
            <a:r>
              <a:rPr lang="en-US" sz="1400" dirty="0"/>
              <a:t> </a:t>
            </a:r>
            <a:r>
              <a:rPr lang="en-US" sz="1400" dirty="0" err="1"/>
              <a:t>nibh</a:t>
            </a:r>
            <a:r>
              <a:rPr lang="en-US" sz="1400" dirty="0"/>
              <a:t> </a:t>
            </a:r>
            <a:r>
              <a:rPr lang="en-US" sz="1400" dirty="0" err="1"/>
              <a:t>euismod</a:t>
            </a:r>
            <a:r>
              <a:rPr lang="en-US" sz="1400" dirty="0"/>
              <a:t> </a:t>
            </a:r>
            <a:r>
              <a:rPr lang="en-US" sz="1400" dirty="0" err="1"/>
              <a:t>tincidunt</a:t>
            </a:r>
            <a:r>
              <a:rPr lang="en-US" sz="1400" dirty="0"/>
              <a:t> </a:t>
            </a:r>
            <a:r>
              <a:rPr lang="en-US" sz="1400" dirty="0" err="1"/>
              <a:t>ut</a:t>
            </a:r>
            <a:r>
              <a:rPr lang="en-US" sz="1400" dirty="0"/>
              <a:t> </a:t>
            </a:r>
            <a:r>
              <a:rPr lang="en-US" sz="1400" dirty="0" err="1"/>
              <a:t>laoreet</a:t>
            </a:r>
            <a:r>
              <a:rPr lang="en-US" sz="1400" dirty="0"/>
              <a:t> dolore magna </a:t>
            </a:r>
            <a:r>
              <a:rPr lang="en-US" sz="1400" dirty="0" err="1"/>
              <a:t>aliquam</a:t>
            </a:r>
            <a:r>
              <a:rPr lang="en-US" sz="1400" dirty="0"/>
              <a:t> </a:t>
            </a:r>
            <a:r>
              <a:rPr lang="en-US" sz="1400" dirty="0" err="1"/>
              <a:t>erat</a:t>
            </a:r>
            <a:r>
              <a:rPr lang="en-US" sz="1400" dirty="0"/>
              <a:t> </a:t>
            </a:r>
            <a:r>
              <a:rPr lang="en-US" sz="1400" dirty="0" err="1"/>
              <a:t>volutpat</a:t>
            </a:r>
            <a:r>
              <a:rPr lang="en-US" sz="1400" dirty="0"/>
              <a:t>. </a:t>
            </a:r>
          </a:p>
          <a:p>
            <a:pPr>
              <a:lnSpc>
                <a:spcPct val="150000"/>
              </a:lnSpc>
            </a:pP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/>
              <a:t>Ut </a:t>
            </a:r>
            <a:r>
              <a:rPr lang="en-US" sz="1400" dirty="0" err="1"/>
              <a:t>wisi</a:t>
            </a:r>
            <a:r>
              <a:rPr lang="en-US" sz="1400" dirty="0"/>
              <a:t> </a:t>
            </a:r>
            <a:r>
              <a:rPr lang="en-US" sz="1400" dirty="0" err="1"/>
              <a:t>enim</a:t>
            </a:r>
            <a:r>
              <a:rPr lang="en-US" sz="1400" dirty="0"/>
              <a:t> ad minim </a:t>
            </a:r>
            <a:r>
              <a:rPr lang="en-US" sz="1400" dirty="0" err="1"/>
              <a:t>veniam</a:t>
            </a:r>
            <a:r>
              <a:rPr lang="en-US" sz="1400" dirty="0"/>
              <a:t>, </a:t>
            </a:r>
            <a:r>
              <a:rPr lang="en-US" sz="1400" b="1" dirty="0" err="1">
                <a:solidFill>
                  <a:schemeClr val="accent3"/>
                </a:solidFill>
              </a:rPr>
              <a:t>quis</a:t>
            </a:r>
            <a:r>
              <a:rPr lang="en-US" sz="1400" b="1" dirty="0">
                <a:solidFill>
                  <a:schemeClr val="accent3"/>
                </a:solidFill>
              </a:rPr>
              <a:t> </a:t>
            </a:r>
            <a:r>
              <a:rPr lang="en-US" sz="1400" b="1" dirty="0" err="1">
                <a:solidFill>
                  <a:schemeClr val="accent3"/>
                </a:solidFill>
              </a:rPr>
              <a:t>nostrud</a:t>
            </a:r>
            <a:r>
              <a:rPr lang="en-US" sz="1400" b="1" dirty="0">
                <a:solidFill>
                  <a:schemeClr val="accent3"/>
                </a:solidFill>
              </a:rPr>
              <a:t> </a:t>
            </a:r>
            <a:r>
              <a:rPr lang="en-US" sz="1400" b="1" dirty="0" err="1">
                <a:solidFill>
                  <a:schemeClr val="accent3"/>
                </a:solidFill>
              </a:rPr>
              <a:t>exerci</a:t>
            </a:r>
            <a:r>
              <a:rPr lang="en-US" sz="1400" b="1" dirty="0">
                <a:solidFill>
                  <a:schemeClr val="accent3"/>
                </a:solidFill>
              </a:rPr>
              <a:t> </a:t>
            </a:r>
            <a:r>
              <a:rPr lang="en-US" sz="1400" dirty="0" err="1"/>
              <a:t>tation</a:t>
            </a:r>
            <a:r>
              <a:rPr lang="en-US" sz="1400" dirty="0"/>
              <a:t> </a:t>
            </a:r>
            <a:r>
              <a:rPr lang="en-US" sz="1400" dirty="0" err="1"/>
              <a:t>ullamcorper</a:t>
            </a:r>
            <a:r>
              <a:rPr lang="en-US" sz="1400" dirty="0"/>
              <a:t> </a:t>
            </a:r>
            <a:r>
              <a:rPr lang="en-US" sz="1400" dirty="0" err="1"/>
              <a:t>suscipit</a:t>
            </a:r>
            <a:r>
              <a:rPr lang="en-US" sz="1400" dirty="0"/>
              <a:t> lob </a:t>
            </a:r>
            <a:r>
              <a:rPr lang="en-US" sz="1400" dirty="0" err="1"/>
              <a:t>ortis</a:t>
            </a:r>
            <a:r>
              <a:rPr lang="en-US" sz="1400" dirty="0"/>
              <a:t> </a:t>
            </a:r>
            <a:r>
              <a:rPr lang="en-US" sz="1400" dirty="0" err="1"/>
              <a:t>nisl</a:t>
            </a:r>
            <a:r>
              <a:rPr lang="en-US" sz="1400" dirty="0"/>
              <a:t> </a:t>
            </a:r>
            <a:r>
              <a:rPr lang="en-US" sz="1400" dirty="0" err="1"/>
              <a:t>ut</a:t>
            </a:r>
            <a:r>
              <a:rPr lang="en-US" sz="1400" dirty="0"/>
              <a:t> </a:t>
            </a:r>
            <a:r>
              <a:rPr lang="en-US" sz="1400" dirty="0" err="1"/>
              <a:t>aliquip</a:t>
            </a:r>
            <a:r>
              <a:rPr lang="en-US" sz="1400" dirty="0"/>
              <a:t> ex </a:t>
            </a:r>
            <a:r>
              <a:rPr lang="en-US" sz="1400" dirty="0" err="1"/>
              <a:t>ea</a:t>
            </a:r>
            <a:r>
              <a:rPr lang="en-US" sz="1400" dirty="0"/>
              <a:t> </a:t>
            </a:r>
            <a:r>
              <a:rPr lang="en-US" sz="1400" dirty="0" err="1"/>
              <a:t>commodo</a:t>
            </a:r>
            <a:r>
              <a:rPr lang="en-US" sz="1400" dirty="0"/>
              <a:t> </a:t>
            </a:r>
            <a:r>
              <a:rPr lang="en-US" sz="1400" dirty="0" err="1"/>
              <a:t>consequat.Duis</a:t>
            </a:r>
            <a:r>
              <a:rPr lang="en-US" sz="1400" dirty="0"/>
              <a:t> autem vel </a:t>
            </a:r>
            <a:r>
              <a:rPr lang="en-US" sz="1400" dirty="0" err="1"/>
              <a:t>eum</a:t>
            </a:r>
            <a:r>
              <a:rPr lang="en-US" sz="1400" dirty="0"/>
              <a:t> </a:t>
            </a:r>
            <a:r>
              <a:rPr lang="en-US" sz="1400" dirty="0" err="1"/>
              <a:t>iriure</a:t>
            </a:r>
            <a:r>
              <a:rPr lang="en-US" sz="1400" dirty="0"/>
              <a:t> dolor in </a:t>
            </a:r>
            <a:r>
              <a:rPr lang="en-US" sz="1400" dirty="0" err="1"/>
              <a:t>hendrerit</a:t>
            </a:r>
            <a:r>
              <a:rPr lang="en-US" sz="1400" dirty="0"/>
              <a:t> in </a:t>
            </a:r>
            <a:r>
              <a:rPr lang="en-US" sz="1400" dirty="0" err="1"/>
              <a:t>vulputate</a:t>
            </a:r>
            <a:r>
              <a:rPr lang="en-US" sz="1400" dirty="0"/>
              <a:t> </a:t>
            </a:r>
            <a:r>
              <a:rPr lang="en-US" sz="1400" dirty="0" err="1"/>
              <a:t>velit</a:t>
            </a:r>
            <a:r>
              <a:rPr lang="en-US" sz="1400" dirty="0"/>
              <a:t> </a:t>
            </a:r>
            <a:r>
              <a:rPr lang="en-US" sz="1400" dirty="0" err="1"/>
              <a:t>esse</a:t>
            </a:r>
            <a:r>
              <a:rPr lang="en-US" sz="1400" dirty="0"/>
              <a:t> </a:t>
            </a:r>
            <a:r>
              <a:rPr lang="en-US" sz="1400" dirty="0" err="1"/>
              <a:t>molestie</a:t>
            </a:r>
            <a:r>
              <a:rPr lang="en-US" sz="1400" dirty="0"/>
              <a:t> </a:t>
            </a:r>
            <a:r>
              <a:rPr lang="en-US" sz="1400" dirty="0" err="1"/>
              <a:t>consequat</a:t>
            </a:r>
            <a:r>
              <a:rPr lang="en-US" sz="1400" dirty="0"/>
              <a:t>.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7B63615-05DF-8A0B-EEFA-8EF442413A47}"/>
              </a:ext>
            </a:extLst>
          </p:cNvPr>
          <p:cNvSpPr txBox="1"/>
          <p:nvPr/>
        </p:nvSpPr>
        <p:spPr>
          <a:xfrm>
            <a:off x="435427" y="254056"/>
            <a:ext cx="3410859" cy="5833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accent3"/>
                </a:solidFill>
                <a:latin typeface="+mj-lt"/>
              </a:rPr>
              <a:t>Lorem ipsum dolor sit </a:t>
            </a:r>
            <a:r>
              <a:rPr lang="en-US" sz="2800" b="1" dirty="0" err="1">
                <a:solidFill>
                  <a:schemeClr val="accent3"/>
                </a:solidFill>
                <a:latin typeface="+mj-lt"/>
              </a:rPr>
              <a:t>amet</a:t>
            </a:r>
            <a:r>
              <a:rPr lang="en-US" sz="2800" b="1" dirty="0">
                <a:solidFill>
                  <a:schemeClr val="accent3"/>
                </a:solidFill>
                <a:latin typeface="+mj-lt"/>
              </a:rPr>
              <a:t>, </a:t>
            </a:r>
            <a:r>
              <a:rPr lang="en-US" sz="2800" b="1" dirty="0" err="1">
                <a:solidFill>
                  <a:schemeClr val="accent3"/>
                </a:solidFill>
                <a:latin typeface="+mj-lt"/>
              </a:rPr>
              <a:t>consectetuer</a:t>
            </a:r>
            <a:r>
              <a:rPr lang="en-US" sz="2800" b="1" dirty="0">
                <a:solidFill>
                  <a:schemeClr val="accent3"/>
                </a:solidFill>
                <a:latin typeface="+mj-lt"/>
              </a:rPr>
              <a:t> </a:t>
            </a:r>
            <a:r>
              <a:rPr lang="en-US" sz="2800" b="1" dirty="0" err="1">
                <a:solidFill>
                  <a:schemeClr val="accent3"/>
                </a:solidFill>
                <a:latin typeface="+mj-lt"/>
              </a:rPr>
              <a:t>adipiscing</a:t>
            </a:r>
            <a:r>
              <a:rPr lang="en-US" sz="2800" b="1" dirty="0">
                <a:solidFill>
                  <a:schemeClr val="accent3"/>
                </a:solidFill>
                <a:latin typeface="+mj-lt"/>
              </a:rPr>
              <a:t> </a:t>
            </a:r>
            <a:r>
              <a:rPr lang="en-US" sz="2800" b="1" dirty="0" err="1">
                <a:solidFill>
                  <a:schemeClr val="accent3"/>
                </a:solidFill>
                <a:latin typeface="+mj-lt"/>
              </a:rPr>
              <a:t>elit</a:t>
            </a:r>
            <a:r>
              <a:rPr lang="en-US" sz="2800" b="1" dirty="0">
                <a:solidFill>
                  <a:schemeClr val="accent3"/>
                </a:solidFill>
                <a:latin typeface="+mj-lt"/>
              </a:rPr>
              <a:t>, sed diam </a:t>
            </a:r>
            <a:r>
              <a:rPr lang="en-US" sz="2800" b="1" dirty="0" err="1">
                <a:solidFill>
                  <a:schemeClr val="accent3"/>
                </a:solidFill>
                <a:latin typeface="+mj-lt"/>
              </a:rPr>
              <a:t>nonummy</a:t>
            </a:r>
            <a:r>
              <a:rPr lang="en-US" sz="2800" b="1" dirty="0">
                <a:solidFill>
                  <a:schemeClr val="accent3"/>
                </a:solidFill>
                <a:latin typeface="+mj-lt"/>
              </a:rPr>
              <a:t> </a:t>
            </a:r>
            <a:r>
              <a:rPr lang="en-US" sz="2800" b="1" dirty="0" err="1">
                <a:solidFill>
                  <a:schemeClr val="accent3"/>
                </a:solidFill>
                <a:latin typeface="+mj-lt"/>
              </a:rPr>
              <a:t>nibh</a:t>
            </a:r>
            <a:r>
              <a:rPr lang="en-US" sz="2800" b="1" dirty="0">
                <a:solidFill>
                  <a:schemeClr val="accent3"/>
                </a:solidFill>
                <a:latin typeface="+mj-lt"/>
              </a:rPr>
              <a:t> </a:t>
            </a:r>
            <a:r>
              <a:rPr lang="en-US" sz="2800" b="1" dirty="0" err="1">
                <a:solidFill>
                  <a:schemeClr val="accent3"/>
                </a:solidFill>
                <a:latin typeface="+mj-lt"/>
              </a:rPr>
              <a:t>euismod</a:t>
            </a:r>
            <a:r>
              <a:rPr lang="en-US" sz="2800" b="1" dirty="0">
                <a:solidFill>
                  <a:schemeClr val="accent3"/>
                </a:solidFill>
                <a:latin typeface="+mj-lt"/>
              </a:rPr>
              <a:t> </a:t>
            </a:r>
            <a:r>
              <a:rPr lang="en-US" sz="2800" b="1" dirty="0" err="1">
                <a:solidFill>
                  <a:schemeClr val="accent3"/>
                </a:solidFill>
                <a:latin typeface="+mj-lt"/>
              </a:rPr>
              <a:t>tincidunt</a:t>
            </a:r>
            <a:r>
              <a:rPr lang="en-US" sz="2800" b="1" dirty="0">
                <a:solidFill>
                  <a:schemeClr val="accent3"/>
                </a:solidFill>
                <a:latin typeface="+mj-lt"/>
              </a:rPr>
              <a:t> </a:t>
            </a:r>
            <a:r>
              <a:rPr lang="en-US" sz="2800" b="1" dirty="0" err="1">
                <a:solidFill>
                  <a:schemeClr val="accent3"/>
                </a:solidFill>
                <a:latin typeface="+mj-lt"/>
              </a:rPr>
              <a:t>ut</a:t>
            </a:r>
            <a:r>
              <a:rPr lang="en-US" sz="2800" b="1" dirty="0">
                <a:solidFill>
                  <a:schemeClr val="accent3"/>
                </a:solidFill>
                <a:latin typeface="+mj-lt"/>
              </a:rPr>
              <a:t> </a:t>
            </a:r>
            <a:r>
              <a:rPr lang="en-US" sz="2800" b="1" dirty="0" err="1">
                <a:solidFill>
                  <a:schemeClr val="accent3"/>
                </a:solidFill>
                <a:latin typeface="+mj-lt"/>
              </a:rPr>
              <a:t>laoreet</a:t>
            </a:r>
            <a:r>
              <a:rPr lang="en-US" sz="2800" b="1" dirty="0">
                <a:solidFill>
                  <a:schemeClr val="accent3"/>
                </a:solidFill>
                <a:latin typeface="+mj-lt"/>
              </a:rPr>
              <a:t> dolore magna </a:t>
            </a:r>
            <a:r>
              <a:rPr lang="en-US" sz="2800" b="1" dirty="0" err="1">
                <a:solidFill>
                  <a:schemeClr val="accent3"/>
                </a:solidFill>
                <a:latin typeface="+mj-lt"/>
              </a:rPr>
              <a:t>aliquam</a:t>
            </a:r>
            <a:r>
              <a:rPr lang="en-US" sz="2800" b="1" dirty="0">
                <a:solidFill>
                  <a:schemeClr val="accent3"/>
                </a:solidFill>
                <a:latin typeface="+mj-lt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0798660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238E3B28-C585-11CC-36A3-F36DDF5E0478}"/>
              </a:ext>
            </a:extLst>
          </p:cNvPr>
          <p:cNvSpPr txBox="1"/>
          <p:nvPr/>
        </p:nvSpPr>
        <p:spPr>
          <a:xfrm>
            <a:off x="495300" y="4048327"/>
            <a:ext cx="11125200" cy="1990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cs typeface="Rajdhani Medium" panose="02000000000000000000" pitchFamily="2" charset="0"/>
              </a:rPr>
              <a:t>Lorem ipsum dolor sit </a:t>
            </a:r>
            <a:r>
              <a:rPr lang="en-US" sz="1400" dirty="0" err="1">
                <a:cs typeface="Rajdhani Medium" panose="02000000000000000000" pitchFamily="2" charset="0"/>
              </a:rPr>
              <a:t>amet</a:t>
            </a:r>
            <a:r>
              <a:rPr lang="en-US" sz="1400" dirty="0">
                <a:cs typeface="Rajdhani Medium" panose="02000000000000000000" pitchFamily="2" charset="0"/>
              </a:rPr>
              <a:t>, </a:t>
            </a:r>
            <a:r>
              <a:rPr lang="en-US" sz="1400" dirty="0" err="1">
                <a:cs typeface="Rajdhani Medium" panose="02000000000000000000" pitchFamily="2" charset="0"/>
              </a:rPr>
              <a:t>consectetur</a:t>
            </a:r>
            <a:r>
              <a:rPr lang="en-US" sz="1400" dirty="0">
                <a:cs typeface="Rajdhani Medium" panose="02000000000000000000" pitchFamily="2" charset="0"/>
              </a:rPr>
              <a:t> </a:t>
            </a:r>
            <a:r>
              <a:rPr lang="en-US" sz="1400" dirty="0" err="1">
                <a:cs typeface="Rajdhani Medium" panose="02000000000000000000" pitchFamily="2" charset="0"/>
              </a:rPr>
              <a:t>adipiscing</a:t>
            </a:r>
            <a:r>
              <a:rPr lang="en-US" sz="1400" dirty="0">
                <a:cs typeface="Rajdhani Medium" panose="02000000000000000000" pitchFamily="2" charset="0"/>
              </a:rPr>
              <a:t> </a:t>
            </a:r>
            <a:r>
              <a:rPr lang="en-US" sz="1400" dirty="0" err="1">
                <a:cs typeface="Rajdhani Medium" panose="02000000000000000000" pitchFamily="2" charset="0"/>
              </a:rPr>
              <a:t>elit</a:t>
            </a:r>
            <a:r>
              <a:rPr lang="en-US" sz="1400" dirty="0">
                <a:cs typeface="Rajdhani Medium" panose="02000000000000000000" pitchFamily="2" charset="0"/>
              </a:rPr>
              <a:t>, sed do </a:t>
            </a:r>
            <a:r>
              <a:rPr lang="en-US" sz="1400" dirty="0" err="1">
                <a:cs typeface="Rajdhani Medium" panose="02000000000000000000" pitchFamily="2" charset="0"/>
              </a:rPr>
              <a:t>eiusmod</a:t>
            </a:r>
            <a:r>
              <a:rPr lang="en-US" sz="1400" dirty="0">
                <a:cs typeface="Rajdhani Medium" panose="02000000000000000000" pitchFamily="2" charset="0"/>
              </a:rPr>
              <a:t> </a:t>
            </a:r>
            <a:r>
              <a:rPr lang="en-US" sz="1400" dirty="0" err="1">
                <a:cs typeface="Rajdhani Medium" panose="02000000000000000000" pitchFamily="2" charset="0"/>
              </a:rPr>
              <a:t>tempor</a:t>
            </a:r>
            <a:r>
              <a:rPr lang="en-US" sz="1400" dirty="0">
                <a:cs typeface="Rajdhani Medium" panose="02000000000000000000" pitchFamily="2" charset="0"/>
              </a:rPr>
              <a:t> </a:t>
            </a:r>
            <a:r>
              <a:rPr lang="en-US" sz="1400" dirty="0" err="1">
                <a:cs typeface="Rajdhani Medium" panose="02000000000000000000" pitchFamily="2" charset="0"/>
              </a:rPr>
              <a:t>incididunt</a:t>
            </a:r>
            <a:r>
              <a:rPr lang="en-US" sz="1400" dirty="0">
                <a:cs typeface="Rajdhani Medium" panose="02000000000000000000" pitchFamily="2" charset="0"/>
              </a:rPr>
              <a:t> </a:t>
            </a:r>
            <a:r>
              <a:rPr lang="en-US" sz="1400" dirty="0" err="1">
                <a:cs typeface="Rajdhani Medium" panose="02000000000000000000" pitchFamily="2" charset="0"/>
              </a:rPr>
              <a:t>ut</a:t>
            </a:r>
            <a:r>
              <a:rPr lang="en-US" sz="1400" dirty="0">
                <a:cs typeface="Rajdhani Medium" panose="02000000000000000000" pitchFamily="2" charset="0"/>
              </a:rPr>
              <a:t> labore et dolore magna </a:t>
            </a:r>
            <a:r>
              <a:rPr lang="en-US" sz="1400" dirty="0" err="1">
                <a:cs typeface="Rajdhani Medium" panose="02000000000000000000" pitchFamily="2" charset="0"/>
              </a:rPr>
              <a:t>aliqua</a:t>
            </a:r>
            <a:r>
              <a:rPr lang="en-US" sz="1400" dirty="0">
                <a:cs typeface="Rajdhani Medium" panose="02000000000000000000" pitchFamily="2" charset="0"/>
              </a:rPr>
              <a:t>. Ut </a:t>
            </a:r>
            <a:r>
              <a:rPr lang="en-US" sz="1400" dirty="0" err="1">
                <a:cs typeface="Rajdhani Medium" panose="02000000000000000000" pitchFamily="2" charset="0"/>
              </a:rPr>
              <a:t>enim</a:t>
            </a:r>
            <a:r>
              <a:rPr lang="en-US" sz="1400" dirty="0">
                <a:cs typeface="Rajdhani Medium" panose="02000000000000000000" pitchFamily="2" charset="0"/>
              </a:rPr>
              <a:t> ad minim </a:t>
            </a:r>
            <a:r>
              <a:rPr lang="en-US" sz="1400" dirty="0" err="1">
                <a:cs typeface="Rajdhani Medium" panose="02000000000000000000" pitchFamily="2" charset="0"/>
              </a:rPr>
              <a:t>veniam</a:t>
            </a:r>
            <a:r>
              <a:rPr lang="en-US" sz="1400" dirty="0">
                <a:cs typeface="Rajdhani Medium" panose="02000000000000000000" pitchFamily="2" charset="0"/>
              </a:rPr>
              <a:t>, </a:t>
            </a:r>
            <a:r>
              <a:rPr lang="en-US" sz="1400" dirty="0" err="1">
                <a:cs typeface="Rajdhani Medium" panose="02000000000000000000" pitchFamily="2" charset="0"/>
              </a:rPr>
              <a:t>quis</a:t>
            </a:r>
            <a:r>
              <a:rPr lang="en-US" sz="1400" dirty="0">
                <a:cs typeface="Rajdhani Medium" panose="02000000000000000000" pitchFamily="2" charset="0"/>
              </a:rPr>
              <a:t> </a:t>
            </a:r>
            <a:r>
              <a:rPr lang="en-US" sz="1400" dirty="0" err="1">
                <a:cs typeface="Rajdhani Medium" panose="02000000000000000000" pitchFamily="2" charset="0"/>
              </a:rPr>
              <a:t>nostrud</a:t>
            </a:r>
            <a:r>
              <a:rPr lang="en-US" sz="1400" dirty="0">
                <a:cs typeface="Rajdhani Medium" panose="02000000000000000000" pitchFamily="2" charset="0"/>
              </a:rPr>
              <a:t> exercitation </a:t>
            </a:r>
            <a:r>
              <a:rPr lang="en-US" sz="1400" dirty="0" err="1">
                <a:cs typeface="Rajdhani Medium" panose="02000000000000000000" pitchFamily="2" charset="0"/>
              </a:rPr>
              <a:t>ullamco</a:t>
            </a:r>
            <a:r>
              <a:rPr lang="en-US" sz="1400" dirty="0">
                <a:cs typeface="Rajdhani Medium" panose="02000000000000000000" pitchFamily="2" charset="0"/>
              </a:rPr>
              <a:t> </a:t>
            </a:r>
            <a:r>
              <a:rPr lang="en-US" sz="1400" dirty="0" err="1">
                <a:cs typeface="Rajdhani Medium" panose="02000000000000000000" pitchFamily="2" charset="0"/>
              </a:rPr>
              <a:t>laboris</a:t>
            </a:r>
            <a:r>
              <a:rPr lang="en-US" sz="1400" dirty="0">
                <a:cs typeface="Rajdhani Medium" panose="02000000000000000000" pitchFamily="2" charset="0"/>
              </a:rPr>
              <a:t> nisi </a:t>
            </a:r>
            <a:r>
              <a:rPr lang="en-US" sz="1400" dirty="0" err="1">
                <a:cs typeface="Rajdhani Medium" panose="02000000000000000000" pitchFamily="2" charset="0"/>
              </a:rPr>
              <a:t>ut</a:t>
            </a:r>
            <a:r>
              <a:rPr lang="en-US" sz="1400" dirty="0">
                <a:cs typeface="Rajdhani Medium" panose="02000000000000000000" pitchFamily="2" charset="0"/>
              </a:rPr>
              <a:t> </a:t>
            </a:r>
            <a:r>
              <a:rPr lang="en-US" sz="1400" dirty="0" err="1">
                <a:cs typeface="Rajdhani Medium" panose="02000000000000000000" pitchFamily="2" charset="0"/>
              </a:rPr>
              <a:t>aliquip</a:t>
            </a:r>
            <a:r>
              <a:rPr lang="en-US" sz="1400" dirty="0">
                <a:cs typeface="Rajdhani Medium" panose="02000000000000000000" pitchFamily="2" charset="0"/>
              </a:rPr>
              <a:t> ex </a:t>
            </a:r>
            <a:r>
              <a:rPr lang="en-US" sz="1400" dirty="0" err="1">
                <a:cs typeface="Rajdhani Medium" panose="02000000000000000000" pitchFamily="2" charset="0"/>
              </a:rPr>
              <a:t>ea</a:t>
            </a:r>
            <a:r>
              <a:rPr lang="en-US" sz="1400" dirty="0">
                <a:cs typeface="Rajdhani Medium" panose="02000000000000000000" pitchFamily="2" charset="0"/>
              </a:rPr>
              <a:t> </a:t>
            </a:r>
            <a:r>
              <a:rPr lang="en-US" sz="1400" dirty="0" err="1">
                <a:cs typeface="Rajdhani Medium" panose="02000000000000000000" pitchFamily="2" charset="0"/>
              </a:rPr>
              <a:t>commodo</a:t>
            </a:r>
            <a:r>
              <a:rPr lang="en-US" sz="1400" dirty="0">
                <a:cs typeface="Rajdhani Medium" panose="02000000000000000000" pitchFamily="2" charset="0"/>
              </a:rPr>
              <a:t> </a:t>
            </a:r>
            <a:r>
              <a:rPr lang="en-US" sz="1400" dirty="0" err="1">
                <a:cs typeface="Rajdhani Medium" panose="02000000000000000000" pitchFamily="2" charset="0"/>
              </a:rPr>
              <a:t>consequat</a:t>
            </a:r>
            <a:r>
              <a:rPr lang="en-US" sz="1400" dirty="0">
                <a:cs typeface="Rajdhani Medium" panose="02000000000000000000" pitchFamily="2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sz="1400" dirty="0">
              <a:cs typeface="Rajdhani Medium" panose="02000000000000000000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n-US" sz="1400" dirty="0">
                <a:cs typeface="Rajdhani Medium" panose="02000000000000000000" pitchFamily="2" charset="0"/>
              </a:rPr>
              <a:t>Duis </a:t>
            </a:r>
            <a:r>
              <a:rPr lang="en-US" sz="1400" dirty="0" err="1">
                <a:cs typeface="Rajdhani Medium" panose="02000000000000000000" pitchFamily="2" charset="0"/>
              </a:rPr>
              <a:t>aute</a:t>
            </a:r>
            <a:r>
              <a:rPr lang="en-US" sz="1400" dirty="0">
                <a:cs typeface="Rajdhani Medium" panose="02000000000000000000" pitchFamily="2" charset="0"/>
              </a:rPr>
              <a:t> </a:t>
            </a:r>
            <a:r>
              <a:rPr lang="en-US" sz="1400" dirty="0" err="1">
                <a:cs typeface="Rajdhani Medium" panose="02000000000000000000" pitchFamily="2" charset="0"/>
              </a:rPr>
              <a:t>irure</a:t>
            </a:r>
            <a:r>
              <a:rPr lang="en-US" sz="1400" dirty="0">
                <a:cs typeface="Rajdhani Medium" panose="02000000000000000000" pitchFamily="2" charset="0"/>
              </a:rPr>
              <a:t> dolor in </a:t>
            </a:r>
            <a:r>
              <a:rPr lang="en-US" sz="1400" dirty="0" err="1">
                <a:cs typeface="Rajdhani Medium" panose="02000000000000000000" pitchFamily="2" charset="0"/>
              </a:rPr>
              <a:t>reprehenderit</a:t>
            </a:r>
            <a:r>
              <a:rPr lang="en-US" sz="1400" dirty="0">
                <a:cs typeface="Rajdhani Medium" panose="02000000000000000000" pitchFamily="2" charset="0"/>
              </a:rPr>
              <a:t> in </a:t>
            </a:r>
            <a:r>
              <a:rPr lang="en-US" sz="1400" dirty="0" err="1">
                <a:cs typeface="Rajdhani Medium" panose="02000000000000000000" pitchFamily="2" charset="0"/>
              </a:rPr>
              <a:t>voluptate</a:t>
            </a:r>
            <a:r>
              <a:rPr lang="en-US" sz="1400" dirty="0">
                <a:cs typeface="Rajdhani Medium" panose="02000000000000000000" pitchFamily="2" charset="0"/>
              </a:rPr>
              <a:t> </a:t>
            </a:r>
            <a:r>
              <a:rPr lang="en-US" sz="1400" dirty="0" err="1">
                <a:cs typeface="Rajdhani Medium" panose="02000000000000000000" pitchFamily="2" charset="0"/>
              </a:rPr>
              <a:t>velit</a:t>
            </a:r>
            <a:r>
              <a:rPr lang="en-US" sz="1400" dirty="0">
                <a:cs typeface="Rajdhani Medium" panose="02000000000000000000" pitchFamily="2" charset="0"/>
              </a:rPr>
              <a:t> </a:t>
            </a:r>
            <a:r>
              <a:rPr lang="en-US" sz="1400" dirty="0" err="1">
                <a:cs typeface="Rajdhani Medium" panose="02000000000000000000" pitchFamily="2" charset="0"/>
              </a:rPr>
              <a:t>esse</a:t>
            </a:r>
            <a:r>
              <a:rPr lang="en-US" sz="1400" dirty="0">
                <a:cs typeface="Rajdhani Medium" panose="02000000000000000000" pitchFamily="2" charset="0"/>
              </a:rPr>
              <a:t> </a:t>
            </a:r>
            <a:r>
              <a:rPr lang="en-US" sz="1400" dirty="0" err="1">
                <a:cs typeface="Rajdhani Medium" panose="02000000000000000000" pitchFamily="2" charset="0"/>
              </a:rPr>
              <a:t>cillum</a:t>
            </a:r>
            <a:r>
              <a:rPr lang="en-US" sz="1400" dirty="0">
                <a:cs typeface="Rajdhani Medium" panose="02000000000000000000" pitchFamily="2" charset="0"/>
              </a:rPr>
              <a:t> dolore </a:t>
            </a:r>
            <a:r>
              <a:rPr lang="en-US" sz="1400" dirty="0" err="1">
                <a:cs typeface="Rajdhani Medium" panose="02000000000000000000" pitchFamily="2" charset="0"/>
              </a:rPr>
              <a:t>eu</a:t>
            </a:r>
            <a:r>
              <a:rPr lang="en-US" sz="1400" dirty="0">
                <a:cs typeface="Rajdhani Medium" panose="02000000000000000000" pitchFamily="2" charset="0"/>
              </a:rPr>
              <a:t> </a:t>
            </a:r>
            <a:r>
              <a:rPr lang="en-US" sz="1400" dirty="0" err="1">
                <a:cs typeface="Rajdhani Medium" panose="02000000000000000000" pitchFamily="2" charset="0"/>
              </a:rPr>
              <a:t>fugiat</a:t>
            </a:r>
            <a:r>
              <a:rPr lang="en-US" sz="1400" dirty="0">
                <a:cs typeface="Rajdhani Medium" panose="02000000000000000000" pitchFamily="2" charset="0"/>
              </a:rPr>
              <a:t> </a:t>
            </a:r>
            <a:r>
              <a:rPr lang="en-US" sz="1400" dirty="0" err="1">
                <a:cs typeface="Rajdhani Medium" panose="02000000000000000000" pitchFamily="2" charset="0"/>
              </a:rPr>
              <a:t>nulla</a:t>
            </a:r>
            <a:r>
              <a:rPr lang="en-US" sz="1400" dirty="0">
                <a:cs typeface="Rajdhani Medium" panose="02000000000000000000" pitchFamily="2" charset="0"/>
              </a:rPr>
              <a:t> </a:t>
            </a:r>
            <a:r>
              <a:rPr lang="en-US" sz="1400" dirty="0" err="1">
                <a:cs typeface="Rajdhani Medium" panose="02000000000000000000" pitchFamily="2" charset="0"/>
              </a:rPr>
              <a:t>pariatur</a:t>
            </a:r>
            <a:r>
              <a:rPr lang="en-US" sz="1400" dirty="0">
                <a:cs typeface="Rajdhani Medium" panose="02000000000000000000" pitchFamily="2" charset="0"/>
              </a:rPr>
              <a:t>. </a:t>
            </a:r>
            <a:r>
              <a:rPr lang="en-US" sz="1400" dirty="0" err="1">
                <a:cs typeface="Rajdhani Medium" panose="02000000000000000000" pitchFamily="2" charset="0"/>
              </a:rPr>
              <a:t>Excepteur</a:t>
            </a:r>
            <a:r>
              <a:rPr lang="en-US" sz="1400" dirty="0">
                <a:cs typeface="Rajdhani Medium" panose="02000000000000000000" pitchFamily="2" charset="0"/>
              </a:rPr>
              <a:t> </a:t>
            </a:r>
            <a:r>
              <a:rPr lang="en-US" sz="1400" dirty="0" err="1">
                <a:cs typeface="Rajdhani Medium" panose="02000000000000000000" pitchFamily="2" charset="0"/>
              </a:rPr>
              <a:t>sint</a:t>
            </a:r>
            <a:r>
              <a:rPr lang="en-US" sz="1400" dirty="0">
                <a:cs typeface="Rajdhani Medium" panose="02000000000000000000" pitchFamily="2" charset="0"/>
              </a:rPr>
              <a:t> </a:t>
            </a:r>
            <a:r>
              <a:rPr lang="en-US" sz="1400" dirty="0" err="1">
                <a:cs typeface="Rajdhani Medium" panose="02000000000000000000" pitchFamily="2" charset="0"/>
              </a:rPr>
              <a:t>occaecat</a:t>
            </a:r>
            <a:r>
              <a:rPr lang="en-US" sz="1400" dirty="0">
                <a:cs typeface="Rajdhani Medium" panose="02000000000000000000" pitchFamily="2" charset="0"/>
              </a:rPr>
              <a:t> </a:t>
            </a:r>
            <a:r>
              <a:rPr lang="en-US" sz="1400" dirty="0" err="1">
                <a:cs typeface="Rajdhani Medium" panose="02000000000000000000" pitchFamily="2" charset="0"/>
              </a:rPr>
              <a:t>cupidatat</a:t>
            </a:r>
            <a:r>
              <a:rPr lang="en-US" sz="1400" dirty="0">
                <a:cs typeface="Rajdhani Medium" panose="02000000000000000000" pitchFamily="2" charset="0"/>
              </a:rPr>
              <a:t> non </a:t>
            </a:r>
            <a:r>
              <a:rPr lang="en-US" sz="1400" dirty="0" err="1">
                <a:cs typeface="Rajdhani Medium" panose="02000000000000000000" pitchFamily="2" charset="0"/>
              </a:rPr>
              <a:t>proident</a:t>
            </a:r>
            <a:r>
              <a:rPr lang="en-US" sz="1400" dirty="0">
                <a:cs typeface="Rajdhani Medium" panose="02000000000000000000" pitchFamily="2" charset="0"/>
              </a:rPr>
              <a:t>, sunt in culpa qui </a:t>
            </a:r>
            <a:r>
              <a:rPr lang="en-US" sz="1400" dirty="0" err="1">
                <a:cs typeface="Rajdhani Medium" panose="02000000000000000000" pitchFamily="2" charset="0"/>
              </a:rPr>
              <a:t>officia</a:t>
            </a:r>
            <a:r>
              <a:rPr lang="en-US" sz="1400" dirty="0">
                <a:cs typeface="Rajdhani Medium" panose="02000000000000000000" pitchFamily="2" charset="0"/>
              </a:rPr>
              <a:t> </a:t>
            </a:r>
            <a:r>
              <a:rPr lang="en-US" sz="1400" dirty="0" err="1">
                <a:cs typeface="Rajdhani Medium" panose="02000000000000000000" pitchFamily="2" charset="0"/>
              </a:rPr>
              <a:t>deserunt</a:t>
            </a:r>
            <a:r>
              <a:rPr lang="en-US" sz="1400" dirty="0">
                <a:cs typeface="Rajdhani Medium" panose="02000000000000000000" pitchFamily="2" charset="0"/>
              </a:rPr>
              <a:t> </a:t>
            </a:r>
            <a:r>
              <a:rPr lang="en-US" sz="1400" dirty="0" err="1">
                <a:cs typeface="Rajdhani Medium" panose="02000000000000000000" pitchFamily="2" charset="0"/>
              </a:rPr>
              <a:t>mollit</a:t>
            </a:r>
            <a:r>
              <a:rPr lang="en-US" sz="1400" dirty="0">
                <a:cs typeface="Rajdhani Medium" panose="02000000000000000000" pitchFamily="2" charset="0"/>
              </a:rPr>
              <a:t> </a:t>
            </a:r>
            <a:r>
              <a:rPr lang="en-US" sz="1400" dirty="0" err="1">
                <a:cs typeface="Rajdhani Medium" panose="02000000000000000000" pitchFamily="2" charset="0"/>
              </a:rPr>
              <a:t>anim</a:t>
            </a:r>
            <a:r>
              <a:rPr lang="en-US" sz="1400" dirty="0">
                <a:cs typeface="Rajdhani Medium" panose="02000000000000000000" pitchFamily="2" charset="0"/>
              </a:rPr>
              <a:t> id </a:t>
            </a:r>
            <a:r>
              <a:rPr lang="en-US" sz="1400" dirty="0" err="1">
                <a:cs typeface="Rajdhani Medium" panose="02000000000000000000" pitchFamily="2" charset="0"/>
              </a:rPr>
              <a:t>est</a:t>
            </a:r>
            <a:r>
              <a:rPr lang="en-US" sz="1400" dirty="0">
                <a:cs typeface="Rajdhani Medium" panose="02000000000000000000" pitchFamily="2" charset="0"/>
              </a:rPr>
              <a:t> </a:t>
            </a:r>
            <a:r>
              <a:rPr lang="en-US" sz="1400" dirty="0" err="1">
                <a:cs typeface="Rajdhani Medium" panose="02000000000000000000" pitchFamily="2" charset="0"/>
              </a:rPr>
              <a:t>laborum</a:t>
            </a:r>
            <a:r>
              <a:rPr lang="en-US" sz="1400" dirty="0">
                <a:cs typeface="Rajdhani Medium" panose="02000000000000000000" pitchFamily="2" charset="0"/>
              </a:rPr>
              <a:t>. Sed </a:t>
            </a:r>
            <a:r>
              <a:rPr lang="en-US" sz="1400" dirty="0" err="1">
                <a:cs typeface="Rajdhani Medium" panose="02000000000000000000" pitchFamily="2" charset="0"/>
              </a:rPr>
              <a:t>ut</a:t>
            </a:r>
            <a:r>
              <a:rPr lang="en-US" sz="1400" dirty="0">
                <a:cs typeface="Rajdhani Medium" panose="02000000000000000000" pitchFamily="2" charset="0"/>
              </a:rPr>
              <a:t> </a:t>
            </a:r>
            <a:r>
              <a:rPr lang="en-US" sz="1400" dirty="0" err="1">
                <a:cs typeface="Rajdhani Medium" panose="02000000000000000000" pitchFamily="2" charset="0"/>
              </a:rPr>
              <a:t>perspiciatis</a:t>
            </a:r>
            <a:r>
              <a:rPr lang="en-US" sz="1400" dirty="0">
                <a:cs typeface="Rajdhani Medium" panose="02000000000000000000" pitchFamily="2" charset="0"/>
              </a:rPr>
              <a:t> </a:t>
            </a:r>
            <a:r>
              <a:rPr lang="en-US" sz="1400" dirty="0" err="1">
                <a:cs typeface="Rajdhani Medium" panose="02000000000000000000" pitchFamily="2" charset="0"/>
              </a:rPr>
              <a:t>unde</a:t>
            </a:r>
            <a:r>
              <a:rPr lang="en-US" sz="1400" dirty="0">
                <a:cs typeface="Rajdhani Medium" panose="02000000000000000000" pitchFamily="2" charset="0"/>
              </a:rPr>
              <a:t> </a:t>
            </a:r>
            <a:r>
              <a:rPr lang="en-US" sz="1400" dirty="0" err="1">
                <a:cs typeface="Rajdhani Medium" panose="02000000000000000000" pitchFamily="2" charset="0"/>
              </a:rPr>
              <a:t>omnis</a:t>
            </a:r>
            <a:r>
              <a:rPr lang="en-US" sz="1400" dirty="0">
                <a:cs typeface="Rajdhani Medium" panose="02000000000000000000" pitchFamily="2" charset="0"/>
              </a:rPr>
              <a:t> </a:t>
            </a:r>
            <a:r>
              <a:rPr lang="en-US" sz="1400" dirty="0" err="1">
                <a:cs typeface="Rajdhani Medium" panose="02000000000000000000" pitchFamily="2" charset="0"/>
              </a:rPr>
              <a:t>iste</a:t>
            </a:r>
            <a:r>
              <a:rPr lang="en-US" sz="1400" dirty="0">
                <a:cs typeface="Rajdhani Medium" panose="02000000000000000000" pitchFamily="2" charset="0"/>
              </a:rPr>
              <a:t> </a:t>
            </a:r>
            <a:r>
              <a:rPr lang="en-US" sz="1400" dirty="0" err="1">
                <a:cs typeface="Rajdhani Medium" panose="02000000000000000000" pitchFamily="2" charset="0"/>
              </a:rPr>
              <a:t>natus</a:t>
            </a:r>
            <a:r>
              <a:rPr lang="en-US" sz="1400" dirty="0">
                <a:cs typeface="Rajdhani Medium" panose="02000000000000000000" pitchFamily="2" charset="0"/>
              </a:rPr>
              <a:t> error sit </a:t>
            </a:r>
            <a:r>
              <a:rPr lang="en-US" sz="1400" dirty="0" err="1">
                <a:cs typeface="Rajdhani Medium" panose="02000000000000000000" pitchFamily="2" charset="0"/>
              </a:rPr>
              <a:t>voluptatem</a:t>
            </a:r>
            <a:r>
              <a:rPr lang="en-US" sz="1400" dirty="0">
                <a:cs typeface="Rajdhani Medium" panose="02000000000000000000" pitchFamily="2" charset="0"/>
              </a:rPr>
              <a:t> </a:t>
            </a:r>
            <a:r>
              <a:rPr lang="en-US" sz="1400" dirty="0" err="1">
                <a:cs typeface="Rajdhani Medium" panose="02000000000000000000" pitchFamily="2" charset="0"/>
              </a:rPr>
              <a:t>accusantium</a:t>
            </a:r>
            <a:r>
              <a:rPr lang="en-US" sz="1400" dirty="0">
                <a:cs typeface="Rajdhani Medium" panose="02000000000000000000" pitchFamily="2" charset="0"/>
              </a:rPr>
              <a:t> </a:t>
            </a:r>
            <a:r>
              <a:rPr lang="en-US" sz="1400" dirty="0" err="1">
                <a:cs typeface="Rajdhani Medium" panose="02000000000000000000" pitchFamily="2" charset="0"/>
              </a:rPr>
              <a:t>doloremque</a:t>
            </a:r>
            <a:r>
              <a:rPr lang="en-US" sz="1400" dirty="0">
                <a:cs typeface="Rajdhani Medium" panose="02000000000000000000" pitchFamily="2" charset="0"/>
              </a:rPr>
              <a:t> </a:t>
            </a:r>
            <a:r>
              <a:rPr lang="en-US" sz="1400" dirty="0" err="1">
                <a:cs typeface="Rajdhani Medium" panose="02000000000000000000" pitchFamily="2" charset="0"/>
              </a:rPr>
              <a:t>laudantium</a:t>
            </a:r>
            <a:r>
              <a:rPr lang="en-US" sz="1400" dirty="0">
                <a:cs typeface="Rajdhani Medium" panose="02000000000000000000" pitchFamily="2" charset="0"/>
              </a:rPr>
              <a:t>, </a:t>
            </a:r>
            <a:r>
              <a:rPr lang="en-US" sz="1400" dirty="0" err="1">
                <a:cs typeface="Rajdhani Medium" panose="02000000000000000000" pitchFamily="2" charset="0"/>
              </a:rPr>
              <a:t>totam</a:t>
            </a:r>
            <a:r>
              <a:rPr lang="en-US" sz="1400" dirty="0">
                <a:cs typeface="Rajdhani Medium" panose="02000000000000000000" pitchFamily="2" charset="0"/>
              </a:rPr>
              <a:t> rem </a:t>
            </a:r>
            <a:r>
              <a:rPr lang="en-US" sz="1400" dirty="0" err="1">
                <a:cs typeface="Rajdhani Medium" panose="02000000000000000000" pitchFamily="2" charset="0"/>
              </a:rPr>
              <a:t>aperiam</a:t>
            </a:r>
            <a:r>
              <a:rPr lang="en-US" sz="1400" dirty="0">
                <a:cs typeface="Rajdhani Medium" panose="02000000000000000000" pitchFamily="2" charset="0"/>
              </a:rPr>
              <a:t>.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C52A50D7-96C0-D527-BB78-610EE4F1969F}"/>
              </a:ext>
            </a:extLst>
          </p:cNvPr>
          <p:cNvSpPr txBox="1"/>
          <p:nvPr/>
        </p:nvSpPr>
        <p:spPr>
          <a:xfrm>
            <a:off x="495301" y="670386"/>
            <a:ext cx="510539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3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Insert title from here to here</a:t>
            </a:r>
          </a:p>
        </p:txBody>
      </p:sp>
    </p:spTree>
    <p:extLst>
      <p:ext uri="{BB962C8B-B14F-4D97-AF65-F5344CB8AC3E}">
        <p14:creationId xmlns:p14="http://schemas.microsoft.com/office/powerpoint/2010/main" val="38522834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9B87B-7390-D7F6-7B34-A7FA05C57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AED2FE9B-546F-BE25-9EFC-7A4A13278F2D}"/>
              </a:ext>
            </a:extLst>
          </p:cNvPr>
          <p:cNvSpPr txBox="1"/>
          <p:nvPr/>
        </p:nvSpPr>
        <p:spPr>
          <a:xfrm>
            <a:off x="6096000" y="4048327"/>
            <a:ext cx="5524500" cy="2313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cs typeface="Rajdhani Medium" panose="02000000000000000000" pitchFamily="2" charset="0"/>
              </a:rPr>
              <a:t>Lorem ipsum dolor sit </a:t>
            </a:r>
            <a:r>
              <a:rPr lang="en-US" sz="1400" dirty="0" err="1">
                <a:cs typeface="Rajdhani Medium" panose="02000000000000000000" pitchFamily="2" charset="0"/>
              </a:rPr>
              <a:t>amet</a:t>
            </a:r>
            <a:r>
              <a:rPr lang="en-US" sz="1400" dirty="0">
                <a:cs typeface="Rajdhani Medium" panose="02000000000000000000" pitchFamily="2" charset="0"/>
              </a:rPr>
              <a:t>, </a:t>
            </a:r>
            <a:r>
              <a:rPr lang="en-US" sz="1400" dirty="0" err="1">
                <a:cs typeface="Rajdhani Medium" panose="02000000000000000000" pitchFamily="2" charset="0"/>
              </a:rPr>
              <a:t>consectetur</a:t>
            </a:r>
            <a:r>
              <a:rPr lang="en-US" sz="1400" dirty="0">
                <a:cs typeface="Rajdhani Medium" panose="02000000000000000000" pitchFamily="2" charset="0"/>
              </a:rPr>
              <a:t> </a:t>
            </a:r>
            <a:r>
              <a:rPr lang="en-US" sz="1400" dirty="0" err="1">
                <a:cs typeface="Rajdhani Medium" panose="02000000000000000000" pitchFamily="2" charset="0"/>
              </a:rPr>
              <a:t>adipiscing</a:t>
            </a:r>
            <a:r>
              <a:rPr lang="en-US" sz="1400" dirty="0">
                <a:cs typeface="Rajdhani Medium" panose="02000000000000000000" pitchFamily="2" charset="0"/>
              </a:rPr>
              <a:t> </a:t>
            </a:r>
            <a:r>
              <a:rPr lang="en-US" sz="1400" dirty="0" err="1">
                <a:cs typeface="Rajdhani Medium" panose="02000000000000000000" pitchFamily="2" charset="0"/>
              </a:rPr>
              <a:t>elit</a:t>
            </a:r>
            <a:r>
              <a:rPr lang="en-US" sz="1400" dirty="0">
                <a:cs typeface="Rajdhani Medium" panose="02000000000000000000" pitchFamily="2" charset="0"/>
              </a:rPr>
              <a:t>, sed do </a:t>
            </a:r>
            <a:r>
              <a:rPr lang="en-US" sz="1400" dirty="0" err="1">
                <a:cs typeface="Rajdhani Medium" panose="02000000000000000000" pitchFamily="2" charset="0"/>
              </a:rPr>
              <a:t>eiusmod</a:t>
            </a:r>
            <a:r>
              <a:rPr lang="en-US" sz="1400" dirty="0">
                <a:cs typeface="Rajdhani Medium" panose="02000000000000000000" pitchFamily="2" charset="0"/>
              </a:rPr>
              <a:t> </a:t>
            </a:r>
            <a:r>
              <a:rPr lang="en-US" sz="1400" dirty="0" err="1">
                <a:cs typeface="Rajdhani Medium" panose="02000000000000000000" pitchFamily="2" charset="0"/>
              </a:rPr>
              <a:t>tempor</a:t>
            </a:r>
            <a:r>
              <a:rPr lang="en-US" sz="1400" dirty="0">
                <a:cs typeface="Rajdhani Medium" panose="02000000000000000000" pitchFamily="2" charset="0"/>
              </a:rPr>
              <a:t> </a:t>
            </a:r>
            <a:r>
              <a:rPr lang="en-US" sz="1400" dirty="0" err="1">
                <a:cs typeface="Rajdhani Medium" panose="02000000000000000000" pitchFamily="2" charset="0"/>
              </a:rPr>
              <a:t>incididunt</a:t>
            </a:r>
            <a:r>
              <a:rPr lang="en-US" sz="1400" dirty="0">
                <a:cs typeface="Rajdhani Medium" panose="02000000000000000000" pitchFamily="2" charset="0"/>
              </a:rPr>
              <a:t> </a:t>
            </a:r>
            <a:r>
              <a:rPr lang="en-US" sz="1400" dirty="0" err="1">
                <a:cs typeface="Rajdhani Medium" panose="02000000000000000000" pitchFamily="2" charset="0"/>
              </a:rPr>
              <a:t>ut</a:t>
            </a:r>
            <a:r>
              <a:rPr lang="en-US" sz="1400" dirty="0">
                <a:cs typeface="Rajdhani Medium" panose="02000000000000000000" pitchFamily="2" charset="0"/>
              </a:rPr>
              <a:t> labore et dolore magna </a:t>
            </a:r>
            <a:r>
              <a:rPr lang="en-US" sz="1400" dirty="0" err="1">
                <a:cs typeface="Rajdhani Medium" panose="02000000000000000000" pitchFamily="2" charset="0"/>
              </a:rPr>
              <a:t>aliqua</a:t>
            </a:r>
            <a:r>
              <a:rPr lang="en-US" sz="1400" dirty="0">
                <a:cs typeface="Rajdhani Medium" panose="02000000000000000000" pitchFamily="2" charset="0"/>
              </a:rPr>
              <a:t>. Ut </a:t>
            </a:r>
            <a:r>
              <a:rPr lang="en-US" sz="1400" dirty="0" err="1">
                <a:cs typeface="Rajdhani Medium" panose="02000000000000000000" pitchFamily="2" charset="0"/>
              </a:rPr>
              <a:t>enim</a:t>
            </a:r>
            <a:r>
              <a:rPr lang="en-US" sz="1400" dirty="0">
                <a:cs typeface="Rajdhani Medium" panose="02000000000000000000" pitchFamily="2" charset="0"/>
              </a:rPr>
              <a:t> ad minim </a:t>
            </a:r>
            <a:r>
              <a:rPr lang="en-US" sz="1400" dirty="0" err="1">
                <a:cs typeface="Rajdhani Medium" panose="02000000000000000000" pitchFamily="2" charset="0"/>
              </a:rPr>
              <a:t>veniam</a:t>
            </a:r>
            <a:r>
              <a:rPr lang="en-US" sz="1400" dirty="0">
                <a:cs typeface="Rajdhani Medium" panose="02000000000000000000" pitchFamily="2" charset="0"/>
              </a:rPr>
              <a:t>, </a:t>
            </a:r>
            <a:r>
              <a:rPr lang="en-US" sz="1400" dirty="0" err="1">
                <a:cs typeface="Rajdhani Medium" panose="02000000000000000000" pitchFamily="2" charset="0"/>
              </a:rPr>
              <a:t>quis</a:t>
            </a:r>
            <a:r>
              <a:rPr lang="en-US" sz="1400" dirty="0">
                <a:cs typeface="Rajdhani Medium" panose="02000000000000000000" pitchFamily="2" charset="0"/>
              </a:rPr>
              <a:t> </a:t>
            </a:r>
            <a:r>
              <a:rPr lang="en-US" sz="1400" dirty="0" err="1">
                <a:cs typeface="Rajdhani Medium" panose="02000000000000000000" pitchFamily="2" charset="0"/>
              </a:rPr>
              <a:t>nostrud</a:t>
            </a:r>
            <a:r>
              <a:rPr lang="en-US" sz="1400" dirty="0">
                <a:cs typeface="Rajdhani Medium" panose="02000000000000000000" pitchFamily="2" charset="0"/>
              </a:rPr>
              <a:t> exercitation </a:t>
            </a:r>
            <a:r>
              <a:rPr lang="en-US" sz="1400" dirty="0" err="1">
                <a:cs typeface="Rajdhani Medium" panose="02000000000000000000" pitchFamily="2" charset="0"/>
              </a:rPr>
              <a:t>ullamco</a:t>
            </a:r>
            <a:r>
              <a:rPr lang="en-US" sz="1400" dirty="0">
                <a:cs typeface="Rajdhani Medium" panose="02000000000000000000" pitchFamily="2" charset="0"/>
              </a:rPr>
              <a:t> </a:t>
            </a:r>
            <a:r>
              <a:rPr lang="en-US" sz="1400" dirty="0" err="1">
                <a:cs typeface="Rajdhani Medium" panose="02000000000000000000" pitchFamily="2" charset="0"/>
              </a:rPr>
              <a:t>laboris</a:t>
            </a:r>
            <a:r>
              <a:rPr lang="en-US" sz="1400" dirty="0">
                <a:cs typeface="Rajdhani Medium" panose="02000000000000000000" pitchFamily="2" charset="0"/>
              </a:rPr>
              <a:t> nisi </a:t>
            </a:r>
            <a:r>
              <a:rPr lang="en-US" sz="1400" dirty="0" err="1">
                <a:cs typeface="Rajdhani Medium" panose="02000000000000000000" pitchFamily="2" charset="0"/>
              </a:rPr>
              <a:t>ut</a:t>
            </a:r>
            <a:r>
              <a:rPr lang="en-US" sz="1400" dirty="0">
                <a:cs typeface="Rajdhani Medium" panose="02000000000000000000" pitchFamily="2" charset="0"/>
              </a:rPr>
              <a:t> </a:t>
            </a:r>
            <a:r>
              <a:rPr lang="en-US" sz="1400" dirty="0" err="1">
                <a:cs typeface="Rajdhani Medium" panose="02000000000000000000" pitchFamily="2" charset="0"/>
              </a:rPr>
              <a:t>aliquip</a:t>
            </a:r>
            <a:r>
              <a:rPr lang="en-US" sz="1400" dirty="0">
                <a:cs typeface="Rajdhani Medium" panose="02000000000000000000" pitchFamily="2" charset="0"/>
              </a:rPr>
              <a:t> ex </a:t>
            </a:r>
            <a:r>
              <a:rPr lang="en-US" sz="1400" dirty="0" err="1">
                <a:cs typeface="Rajdhani Medium" panose="02000000000000000000" pitchFamily="2" charset="0"/>
              </a:rPr>
              <a:t>ea</a:t>
            </a:r>
            <a:r>
              <a:rPr lang="en-US" sz="1400" dirty="0">
                <a:cs typeface="Rajdhani Medium" panose="02000000000000000000" pitchFamily="2" charset="0"/>
              </a:rPr>
              <a:t> </a:t>
            </a:r>
            <a:r>
              <a:rPr lang="en-US" sz="1400" dirty="0" err="1">
                <a:cs typeface="Rajdhani Medium" panose="02000000000000000000" pitchFamily="2" charset="0"/>
              </a:rPr>
              <a:t>commodo</a:t>
            </a:r>
            <a:r>
              <a:rPr lang="en-US" sz="1400" dirty="0">
                <a:cs typeface="Rajdhani Medium" panose="02000000000000000000" pitchFamily="2" charset="0"/>
              </a:rPr>
              <a:t> </a:t>
            </a:r>
            <a:r>
              <a:rPr lang="en-US" sz="1400" dirty="0" err="1">
                <a:cs typeface="Rajdhani Medium" panose="02000000000000000000" pitchFamily="2" charset="0"/>
              </a:rPr>
              <a:t>consequat</a:t>
            </a:r>
            <a:r>
              <a:rPr lang="en-US" sz="1400" dirty="0">
                <a:cs typeface="Rajdhani Medium" panose="02000000000000000000" pitchFamily="2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sz="1400" dirty="0">
              <a:cs typeface="Rajdhani Medium" panose="02000000000000000000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n-US" sz="1400" dirty="0">
                <a:cs typeface="Rajdhani Medium" panose="02000000000000000000" pitchFamily="2" charset="0"/>
              </a:rPr>
              <a:t>Duis </a:t>
            </a:r>
            <a:r>
              <a:rPr lang="en-US" sz="1400" dirty="0" err="1">
                <a:cs typeface="Rajdhani Medium" panose="02000000000000000000" pitchFamily="2" charset="0"/>
              </a:rPr>
              <a:t>aute</a:t>
            </a:r>
            <a:r>
              <a:rPr lang="en-US" sz="1400" dirty="0">
                <a:cs typeface="Rajdhani Medium" panose="02000000000000000000" pitchFamily="2" charset="0"/>
              </a:rPr>
              <a:t> </a:t>
            </a:r>
            <a:r>
              <a:rPr lang="en-US" sz="1400" dirty="0" err="1">
                <a:cs typeface="Rajdhani Medium" panose="02000000000000000000" pitchFamily="2" charset="0"/>
              </a:rPr>
              <a:t>irure</a:t>
            </a:r>
            <a:r>
              <a:rPr lang="en-US" sz="1400" dirty="0">
                <a:cs typeface="Rajdhani Medium" panose="02000000000000000000" pitchFamily="2" charset="0"/>
              </a:rPr>
              <a:t> dolor in </a:t>
            </a:r>
            <a:r>
              <a:rPr lang="en-US" sz="1400" dirty="0" err="1">
                <a:cs typeface="Rajdhani Medium" panose="02000000000000000000" pitchFamily="2" charset="0"/>
              </a:rPr>
              <a:t>reprehenderit</a:t>
            </a:r>
            <a:r>
              <a:rPr lang="en-US" sz="1400" dirty="0">
                <a:cs typeface="Rajdhani Medium" panose="02000000000000000000" pitchFamily="2" charset="0"/>
              </a:rPr>
              <a:t> in </a:t>
            </a:r>
            <a:r>
              <a:rPr lang="en-US" sz="1400" dirty="0" err="1">
                <a:cs typeface="Rajdhani Medium" panose="02000000000000000000" pitchFamily="2" charset="0"/>
              </a:rPr>
              <a:t>voluptate</a:t>
            </a:r>
            <a:r>
              <a:rPr lang="en-US" sz="1400" dirty="0">
                <a:cs typeface="Rajdhani Medium" panose="02000000000000000000" pitchFamily="2" charset="0"/>
              </a:rPr>
              <a:t> </a:t>
            </a:r>
            <a:r>
              <a:rPr lang="en-US" sz="1400" dirty="0" err="1">
                <a:cs typeface="Rajdhani Medium" panose="02000000000000000000" pitchFamily="2" charset="0"/>
              </a:rPr>
              <a:t>velit</a:t>
            </a:r>
            <a:r>
              <a:rPr lang="en-US" sz="1400" dirty="0">
                <a:cs typeface="Rajdhani Medium" panose="02000000000000000000" pitchFamily="2" charset="0"/>
              </a:rPr>
              <a:t> </a:t>
            </a:r>
            <a:r>
              <a:rPr lang="en-US" sz="1400" dirty="0" err="1">
                <a:cs typeface="Rajdhani Medium" panose="02000000000000000000" pitchFamily="2" charset="0"/>
              </a:rPr>
              <a:t>esse</a:t>
            </a:r>
            <a:r>
              <a:rPr lang="en-US" sz="1400" dirty="0">
                <a:cs typeface="Rajdhani Medium" panose="02000000000000000000" pitchFamily="2" charset="0"/>
              </a:rPr>
              <a:t> </a:t>
            </a:r>
            <a:r>
              <a:rPr lang="en-US" sz="1400" dirty="0" err="1">
                <a:cs typeface="Rajdhani Medium" panose="02000000000000000000" pitchFamily="2" charset="0"/>
              </a:rPr>
              <a:t>cillum</a:t>
            </a:r>
            <a:r>
              <a:rPr lang="en-US" sz="1400" dirty="0">
                <a:cs typeface="Rajdhani Medium" panose="02000000000000000000" pitchFamily="2" charset="0"/>
              </a:rPr>
              <a:t> dolore </a:t>
            </a:r>
            <a:r>
              <a:rPr lang="en-US" sz="1400" dirty="0" err="1">
                <a:cs typeface="Rajdhani Medium" panose="02000000000000000000" pitchFamily="2" charset="0"/>
              </a:rPr>
              <a:t>eu</a:t>
            </a:r>
            <a:r>
              <a:rPr lang="en-US" sz="1400" dirty="0">
                <a:cs typeface="Rajdhani Medium" panose="02000000000000000000" pitchFamily="2" charset="0"/>
              </a:rPr>
              <a:t> </a:t>
            </a:r>
            <a:r>
              <a:rPr lang="en-US" sz="1400" dirty="0" err="1">
                <a:cs typeface="Rajdhani Medium" panose="02000000000000000000" pitchFamily="2" charset="0"/>
              </a:rPr>
              <a:t>fugiat</a:t>
            </a:r>
            <a:r>
              <a:rPr lang="en-US" sz="1400" dirty="0">
                <a:cs typeface="Rajdhani Medium" panose="02000000000000000000" pitchFamily="2" charset="0"/>
              </a:rPr>
              <a:t> </a:t>
            </a:r>
            <a:r>
              <a:rPr lang="en-US" sz="1400" dirty="0" err="1">
                <a:cs typeface="Rajdhani Medium" panose="02000000000000000000" pitchFamily="2" charset="0"/>
              </a:rPr>
              <a:t>nulla</a:t>
            </a:r>
            <a:r>
              <a:rPr lang="en-US" sz="1400" dirty="0">
                <a:cs typeface="Rajdhani Medium" panose="02000000000000000000" pitchFamily="2" charset="0"/>
              </a:rPr>
              <a:t> </a:t>
            </a:r>
            <a:r>
              <a:rPr lang="en-US" sz="1400" dirty="0" err="1">
                <a:cs typeface="Rajdhani Medium" panose="02000000000000000000" pitchFamily="2" charset="0"/>
              </a:rPr>
              <a:t>pariatur</a:t>
            </a:r>
            <a:r>
              <a:rPr lang="en-US" sz="1400" dirty="0">
                <a:cs typeface="Rajdhani Medium" panose="02000000000000000000" pitchFamily="2" charset="0"/>
              </a:rPr>
              <a:t>.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BD48185A-0134-CCC1-0023-6502F2F51300}"/>
              </a:ext>
            </a:extLst>
          </p:cNvPr>
          <p:cNvSpPr txBox="1"/>
          <p:nvPr/>
        </p:nvSpPr>
        <p:spPr>
          <a:xfrm>
            <a:off x="495301" y="670386"/>
            <a:ext cx="510539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3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Insert title from here to here</a:t>
            </a:r>
          </a:p>
        </p:txBody>
      </p:sp>
    </p:spTree>
    <p:extLst>
      <p:ext uri="{BB962C8B-B14F-4D97-AF65-F5344CB8AC3E}">
        <p14:creationId xmlns:p14="http://schemas.microsoft.com/office/powerpoint/2010/main" val="28175663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3CE44C97-0094-F8E7-4A9B-2CC73C781978}"/>
              </a:ext>
            </a:extLst>
          </p:cNvPr>
          <p:cNvSpPr txBox="1"/>
          <p:nvPr/>
        </p:nvSpPr>
        <p:spPr>
          <a:xfrm>
            <a:off x="409576" y="1443469"/>
            <a:ext cx="4962524" cy="2261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it-IT" sz="1600" dirty="0" err="1">
                <a:cs typeface="Rajdhani Medium" panose="02000000000000000000" pitchFamily="2" charset="0"/>
              </a:rPr>
              <a:t>Lorem</a:t>
            </a:r>
            <a:r>
              <a:rPr lang="it-IT" sz="1600" dirty="0">
                <a:cs typeface="Rajdhani Medium" panose="02000000000000000000" pitchFamily="2" charset="0"/>
              </a:rPr>
              <a:t> </a:t>
            </a:r>
            <a:r>
              <a:rPr lang="it-IT" sz="1600" dirty="0" err="1">
                <a:cs typeface="Rajdhani Medium" panose="02000000000000000000" pitchFamily="2" charset="0"/>
              </a:rPr>
              <a:t>ipsum</a:t>
            </a:r>
            <a:r>
              <a:rPr lang="it-IT" sz="1600" dirty="0">
                <a:cs typeface="Rajdhani Medium" panose="02000000000000000000" pitchFamily="2" charset="0"/>
              </a:rPr>
              <a:t> dolor </a:t>
            </a:r>
            <a:r>
              <a:rPr lang="it-IT" sz="1600" dirty="0" err="1">
                <a:cs typeface="Rajdhani Medium" panose="02000000000000000000" pitchFamily="2" charset="0"/>
              </a:rPr>
              <a:t>sit</a:t>
            </a:r>
            <a:r>
              <a:rPr lang="it-IT" sz="1600" dirty="0">
                <a:cs typeface="Rajdhani Medium" panose="02000000000000000000" pitchFamily="2" charset="0"/>
              </a:rPr>
              <a:t> </a:t>
            </a:r>
            <a:r>
              <a:rPr lang="it-IT" sz="1600" dirty="0" err="1">
                <a:cs typeface="Rajdhani Medium" panose="02000000000000000000" pitchFamily="2" charset="0"/>
              </a:rPr>
              <a:t>amet</a:t>
            </a:r>
            <a:r>
              <a:rPr lang="it-IT" sz="1600" dirty="0">
                <a:cs typeface="Rajdhani Medium" panose="02000000000000000000" pitchFamily="2" charset="0"/>
              </a:rPr>
              <a:t>, </a:t>
            </a:r>
            <a:r>
              <a:rPr lang="it-IT" sz="1600" dirty="0" err="1">
                <a:cs typeface="Rajdhani Medium" panose="02000000000000000000" pitchFamily="2" charset="0"/>
              </a:rPr>
              <a:t>consectetur</a:t>
            </a:r>
            <a:r>
              <a:rPr lang="it-IT" sz="1600" dirty="0">
                <a:cs typeface="Rajdhani Medium" panose="02000000000000000000" pitchFamily="2" charset="0"/>
              </a:rPr>
              <a:t> </a:t>
            </a:r>
            <a:r>
              <a:rPr lang="it-IT" sz="1600" dirty="0" err="1">
                <a:cs typeface="Rajdhani Medium" panose="02000000000000000000" pitchFamily="2" charset="0"/>
              </a:rPr>
              <a:t>adipiscing</a:t>
            </a:r>
            <a:r>
              <a:rPr lang="it-IT" sz="1600" dirty="0">
                <a:cs typeface="Rajdhani Medium" panose="02000000000000000000" pitchFamily="2" charset="0"/>
              </a:rPr>
              <a:t> </a:t>
            </a:r>
            <a:r>
              <a:rPr lang="it-IT" sz="1600" dirty="0" err="1">
                <a:cs typeface="Rajdhani Medium" panose="02000000000000000000" pitchFamily="2" charset="0"/>
              </a:rPr>
              <a:t>elit</a:t>
            </a:r>
            <a:r>
              <a:rPr lang="it-IT" sz="1600" dirty="0">
                <a:cs typeface="Rajdhani Medium" panose="02000000000000000000" pitchFamily="2" charset="0"/>
              </a:rPr>
              <a:t>, sed do </a:t>
            </a:r>
            <a:r>
              <a:rPr lang="it-IT" sz="1600" dirty="0" err="1">
                <a:cs typeface="Rajdhani Medium" panose="02000000000000000000" pitchFamily="2" charset="0"/>
              </a:rPr>
              <a:t>eiusmod</a:t>
            </a:r>
            <a:r>
              <a:rPr lang="it-IT" sz="1600" dirty="0">
                <a:cs typeface="Rajdhani Medium" panose="02000000000000000000" pitchFamily="2" charset="0"/>
              </a:rPr>
              <a:t> </a:t>
            </a:r>
            <a:r>
              <a:rPr lang="it-IT" sz="1600" dirty="0" err="1">
                <a:cs typeface="Rajdhani Medium" panose="02000000000000000000" pitchFamily="2" charset="0"/>
              </a:rPr>
              <a:t>tempor</a:t>
            </a:r>
            <a:r>
              <a:rPr lang="it-IT" sz="1600" dirty="0">
                <a:cs typeface="Rajdhani Medium" panose="02000000000000000000" pitchFamily="2" charset="0"/>
              </a:rPr>
              <a:t> </a:t>
            </a:r>
            <a:r>
              <a:rPr lang="it-IT" sz="1600" dirty="0" err="1">
                <a:cs typeface="Rajdhani Medium" panose="02000000000000000000" pitchFamily="2" charset="0"/>
              </a:rPr>
              <a:t>incididunt</a:t>
            </a:r>
            <a:r>
              <a:rPr lang="it-IT" sz="1600" dirty="0">
                <a:cs typeface="Rajdhani Medium" panose="02000000000000000000" pitchFamily="2" charset="0"/>
              </a:rPr>
              <a:t> ut labore et dolore magna </a:t>
            </a:r>
            <a:r>
              <a:rPr lang="it-IT" sz="1600" dirty="0" err="1">
                <a:cs typeface="Rajdhani Medium" panose="02000000000000000000" pitchFamily="2" charset="0"/>
              </a:rPr>
              <a:t>aliqua</a:t>
            </a:r>
            <a:r>
              <a:rPr lang="it-IT" sz="1600" dirty="0">
                <a:cs typeface="Rajdhani Medium" panose="02000000000000000000" pitchFamily="2" charset="0"/>
              </a:rPr>
              <a:t>. Ut </a:t>
            </a:r>
            <a:r>
              <a:rPr lang="it-IT" sz="1600" dirty="0" err="1">
                <a:cs typeface="Rajdhani Medium" panose="02000000000000000000" pitchFamily="2" charset="0"/>
              </a:rPr>
              <a:t>enim</a:t>
            </a:r>
            <a:r>
              <a:rPr lang="it-IT" sz="1600" dirty="0">
                <a:cs typeface="Rajdhani Medium" panose="02000000000000000000" pitchFamily="2" charset="0"/>
              </a:rPr>
              <a:t> ad </a:t>
            </a:r>
            <a:r>
              <a:rPr lang="it-IT" sz="1600" dirty="0" err="1">
                <a:cs typeface="Rajdhani Medium" panose="02000000000000000000" pitchFamily="2" charset="0"/>
              </a:rPr>
              <a:t>minim</a:t>
            </a:r>
            <a:r>
              <a:rPr lang="it-IT" sz="1600" dirty="0">
                <a:cs typeface="Rajdhani Medium" panose="02000000000000000000" pitchFamily="2" charset="0"/>
              </a:rPr>
              <a:t> </a:t>
            </a:r>
            <a:r>
              <a:rPr lang="it-IT" sz="1600" dirty="0" err="1">
                <a:cs typeface="Rajdhani Medium" panose="02000000000000000000" pitchFamily="2" charset="0"/>
              </a:rPr>
              <a:t>veniam</a:t>
            </a:r>
            <a:r>
              <a:rPr lang="it-IT" sz="1600" dirty="0">
                <a:cs typeface="Rajdhani Medium" panose="02000000000000000000" pitchFamily="2" charset="0"/>
              </a:rPr>
              <a:t>, </a:t>
            </a:r>
            <a:r>
              <a:rPr lang="it-IT" sz="1600" dirty="0" err="1">
                <a:cs typeface="Rajdhani Medium" panose="02000000000000000000" pitchFamily="2" charset="0"/>
              </a:rPr>
              <a:t>quis</a:t>
            </a:r>
            <a:r>
              <a:rPr lang="it-IT" sz="1600" dirty="0">
                <a:cs typeface="Rajdhani Medium" panose="02000000000000000000" pitchFamily="2" charset="0"/>
              </a:rPr>
              <a:t> </a:t>
            </a:r>
            <a:r>
              <a:rPr lang="it-IT" sz="1600" dirty="0" err="1">
                <a:cs typeface="Rajdhani Medium" panose="02000000000000000000" pitchFamily="2" charset="0"/>
              </a:rPr>
              <a:t>nostrud</a:t>
            </a:r>
            <a:r>
              <a:rPr lang="it-IT" sz="1600" dirty="0">
                <a:cs typeface="Rajdhani Medium" panose="02000000000000000000" pitchFamily="2" charset="0"/>
              </a:rPr>
              <a:t> </a:t>
            </a:r>
            <a:r>
              <a:rPr lang="it-IT" sz="1600" dirty="0" err="1">
                <a:cs typeface="Rajdhani Medium" panose="02000000000000000000" pitchFamily="2" charset="0"/>
              </a:rPr>
              <a:t>exercitation</a:t>
            </a:r>
            <a:r>
              <a:rPr lang="it-IT" sz="1600" dirty="0">
                <a:cs typeface="Rajdhani Medium" panose="02000000000000000000" pitchFamily="2" charset="0"/>
              </a:rPr>
              <a:t> </a:t>
            </a:r>
            <a:r>
              <a:rPr lang="it-IT" sz="1600" dirty="0" err="1">
                <a:cs typeface="Rajdhani Medium" panose="02000000000000000000" pitchFamily="2" charset="0"/>
              </a:rPr>
              <a:t>ullamco</a:t>
            </a:r>
            <a:r>
              <a:rPr lang="it-IT" sz="1600" dirty="0">
                <a:cs typeface="Rajdhani Medium" panose="02000000000000000000" pitchFamily="2" charset="0"/>
              </a:rPr>
              <a:t> </a:t>
            </a:r>
            <a:r>
              <a:rPr lang="it-IT" sz="1600" dirty="0" err="1">
                <a:cs typeface="Rajdhani Medium" panose="02000000000000000000" pitchFamily="2" charset="0"/>
              </a:rPr>
              <a:t>laboris</a:t>
            </a:r>
            <a:r>
              <a:rPr lang="it-IT" sz="1600" dirty="0">
                <a:cs typeface="Rajdhani Medium" panose="02000000000000000000" pitchFamily="2" charset="0"/>
              </a:rPr>
              <a:t> </a:t>
            </a:r>
            <a:r>
              <a:rPr lang="it-IT" sz="1600" dirty="0" err="1">
                <a:cs typeface="Rajdhani Medium" panose="02000000000000000000" pitchFamily="2" charset="0"/>
              </a:rPr>
              <a:t>nisi</a:t>
            </a:r>
            <a:r>
              <a:rPr lang="it-IT" sz="1600" dirty="0">
                <a:cs typeface="Rajdhani Medium" panose="02000000000000000000" pitchFamily="2" charset="0"/>
              </a:rPr>
              <a:t> ut </a:t>
            </a:r>
            <a:r>
              <a:rPr lang="it-IT" sz="1600" dirty="0" err="1">
                <a:cs typeface="Rajdhani Medium" panose="02000000000000000000" pitchFamily="2" charset="0"/>
              </a:rPr>
              <a:t>aliquip</a:t>
            </a:r>
            <a:r>
              <a:rPr lang="it-IT" sz="1600" dirty="0">
                <a:cs typeface="Rajdhani Medium" panose="02000000000000000000" pitchFamily="2" charset="0"/>
              </a:rPr>
              <a:t> ex ea </a:t>
            </a:r>
            <a:r>
              <a:rPr lang="it-IT" sz="1600" dirty="0" err="1">
                <a:cs typeface="Rajdhani Medium" panose="02000000000000000000" pitchFamily="2" charset="0"/>
              </a:rPr>
              <a:t>commodo</a:t>
            </a:r>
            <a:r>
              <a:rPr lang="it-IT" sz="1600" dirty="0">
                <a:cs typeface="Rajdhani Medium" panose="02000000000000000000" pitchFamily="2" charset="0"/>
              </a:rPr>
              <a:t> </a:t>
            </a:r>
            <a:r>
              <a:rPr lang="it-IT" sz="1600" dirty="0" err="1">
                <a:cs typeface="Rajdhani Medium" panose="02000000000000000000" pitchFamily="2" charset="0"/>
              </a:rPr>
              <a:t>consequat</a:t>
            </a:r>
            <a:r>
              <a:rPr lang="it-IT" sz="1600" dirty="0">
                <a:cs typeface="Rajdhani Medium" panose="02000000000000000000" pitchFamily="2" charset="0"/>
              </a:rPr>
              <a:t>.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A28CD3DB-9C7D-AC5D-0B35-A1AF342DEA59}"/>
              </a:ext>
            </a:extLst>
          </p:cNvPr>
          <p:cNvSpPr txBox="1"/>
          <p:nvPr/>
        </p:nvSpPr>
        <p:spPr>
          <a:xfrm>
            <a:off x="409576" y="3936971"/>
            <a:ext cx="4962524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600" dirty="0" err="1">
                <a:cs typeface="Rajdhani Medium" panose="02000000000000000000" pitchFamily="2" charset="0"/>
              </a:rPr>
              <a:t>Lorem</a:t>
            </a:r>
            <a:r>
              <a:rPr lang="it-IT" sz="1600" dirty="0">
                <a:cs typeface="Rajdhani Medium" panose="02000000000000000000" pitchFamily="2" charset="0"/>
              </a:rPr>
              <a:t> </a:t>
            </a:r>
            <a:r>
              <a:rPr lang="it-IT" sz="1600" dirty="0" err="1">
                <a:cs typeface="Rajdhani Medium" panose="02000000000000000000" pitchFamily="2" charset="0"/>
              </a:rPr>
              <a:t>ipsum</a:t>
            </a:r>
            <a:r>
              <a:rPr lang="it-IT" sz="1600" dirty="0">
                <a:cs typeface="Rajdhani Medium" panose="02000000000000000000" pitchFamily="2" charset="0"/>
              </a:rPr>
              <a:t> dolor </a:t>
            </a:r>
            <a:r>
              <a:rPr lang="it-IT" sz="1600" dirty="0" err="1">
                <a:cs typeface="Rajdhani Medium" panose="02000000000000000000" pitchFamily="2" charset="0"/>
              </a:rPr>
              <a:t>sit</a:t>
            </a:r>
            <a:r>
              <a:rPr lang="it-IT" sz="1600" dirty="0">
                <a:cs typeface="Rajdhani Medium" panose="02000000000000000000" pitchFamily="2" charset="0"/>
              </a:rPr>
              <a:t> </a:t>
            </a:r>
            <a:r>
              <a:rPr lang="it-IT" sz="1600" b="1" dirty="0" err="1">
                <a:cs typeface="Rajdhani Bold" panose="02000000000000000000" pitchFamily="2" charset="0"/>
              </a:rPr>
              <a:t>amet</a:t>
            </a:r>
            <a:r>
              <a:rPr lang="it-IT" sz="1600" dirty="0">
                <a:cs typeface="Rajdhani Medium" panose="02000000000000000000" pitchFamily="2" charset="0"/>
              </a:rPr>
              <a:t>, </a:t>
            </a:r>
            <a:r>
              <a:rPr lang="it-IT" sz="1600" dirty="0" err="1">
                <a:cs typeface="Rajdhani Medium" panose="02000000000000000000" pitchFamily="2" charset="0"/>
              </a:rPr>
              <a:t>consectetur</a:t>
            </a:r>
            <a:endParaRPr lang="it-IT" sz="1600" dirty="0">
              <a:cs typeface="Rajdhani Medium" panose="020000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600" dirty="0" err="1">
                <a:cs typeface="Rajdhani Medium" panose="02000000000000000000" pitchFamily="2" charset="0"/>
              </a:rPr>
              <a:t>adipiscing</a:t>
            </a:r>
            <a:r>
              <a:rPr lang="it-IT" sz="1600" dirty="0">
                <a:cs typeface="Rajdhani Medium" panose="02000000000000000000" pitchFamily="2" charset="0"/>
              </a:rPr>
              <a:t> </a:t>
            </a:r>
            <a:r>
              <a:rPr lang="it-IT" sz="1600" dirty="0" err="1">
                <a:cs typeface="Rajdhani Medium" panose="02000000000000000000" pitchFamily="2" charset="0"/>
              </a:rPr>
              <a:t>elit</a:t>
            </a:r>
            <a:r>
              <a:rPr lang="it-IT" sz="1600" dirty="0">
                <a:cs typeface="Rajdhani Medium" panose="02000000000000000000" pitchFamily="2" charset="0"/>
              </a:rPr>
              <a:t>, sed do </a:t>
            </a:r>
            <a:r>
              <a:rPr lang="it-IT" sz="1600" dirty="0" err="1">
                <a:cs typeface="Rajdhani Medium" panose="02000000000000000000" pitchFamily="2" charset="0"/>
              </a:rPr>
              <a:t>eiusmod</a:t>
            </a:r>
            <a:r>
              <a:rPr lang="it-IT" sz="1600" dirty="0">
                <a:cs typeface="Rajdhani Medium" panose="02000000000000000000" pitchFamily="2" charset="0"/>
              </a:rPr>
              <a:t> </a:t>
            </a:r>
            <a:r>
              <a:rPr lang="it-IT" sz="1600" dirty="0" err="1">
                <a:cs typeface="Rajdhani Medium" panose="02000000000000000000" pitchFamily="2" charset="0"/>
              </a:rPr>
              <a:t>tempor</a:t>
            </a:r>
            <a:endParaRPr lang="it-IT" sz="1600" dirty="0">
              <a:cs typeface="Rajdhani Medium" panose="020000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600" dirty="0" err="1">
                <a:cs typeface="Rajdhani Medium" panose="02000000000000000000" pitchFamily="2" charset="0"/>
              </a:rPr>
              <a:t>incididunt</a:t>
            </a:r>
            <a:r>
              <a:rPr lang="it-IT" sz="1600" dirty="0">
                <a:cs typeface="Rajdhani Medium" panose="02000000000000000000" pitchFamily="2" charset="0"/>
              </a:rPr>
              <a:t> ut </a:t>
            </a:r>
            <a:r>
              <a:rPr lang="it-IT" sz="1600" i="1" dirty="0">
                <a:cs typeface="Rajdhani Medium" panose="02000000000000000000" pitchFamily="2" charset="0"/>
              </a:rPr>
              <a:t>labore</a:t>
            </a:r>
            <a:r>
              <a:rPr lang="it-IT" sz="1600" dirty="0">
                <a:cs typeface="Rajdhani Medium" panose="02000000000000000000" pitchFamily="2" charset="0"/>
              </a:rPr>
              <a:t> et dolore magna </a:t>
            </a:r>
            <a:r>
              <a:rPr lang="it-IT" sz="1600" dirty="0" err="1">
                <a:cs typeface="Rajdhani Medium" panose="02000000000000000000" pitchFamily="2" charset="0"/>
              </a:rPr>
              <a:t>aliqua</a:t>
            </a:r>
            <a:r>
              <a:rPr lang="it-IT" sz="1600" dirty="0">
                <a:cs typeface="Rajdhani Medium" panose="02000000000000000000" pitchFamily="2" charset="0"/>
              </a:rPr>
              <a:t>.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600" dirty="0">
                <a:cs typeface="Rajdhani Medium" panose="02000000000000000000" pitchFamily="2" charset="0"/>
              </a:rPr>
              <a:t>Ut </a:t>
            </a:r>
            <a:r>
              <a:rPr lang="it-IT" sz="1600" dirty="0" err="1">
                <a:cs typeface="Rajdhani Medium" panose="02000000000000000000" pitchFamily="2" charset="0"/>
              </a:rPr>
              <a:t>enim</a:t>
            </a:r>
            <a:r>
              <a:rPr lang="it-IT" sz="1600" dirty="0">
                <a:cs typeface="Rajdhani Medium" panose="02000000000000000000" pitchFamily="2" charset="0"/>
              </a:rPr>
              <a:t> ad </a:t>
            </a:r>
            <a:r>
              <a:rPr lang="it-IT" sz="1600" b="1" u="sng" dirty="0">
                <a:solidFill>
                  <a:schemeClr val="accent1"/>
                </a:solidFill>
                <a:cs typeface="Rajdhani Medium" panose="02000000000000000000" pitchFamily="2" charset="0"/>
              </a:rPr>
              <a:t>link</a:t>
            </a:r>
            <a:r>
              <a:rPr lang="it-IT" sz="1600" dirty="0">
                <a:cs typeface="Rajdhani Medium" panose="02000000000000000000" pitchFamily="2" charset="0"/>
              </a:rPr>
              <a:t>, </a:t>
            </a:r>
            <a:r>
              <a:rPr lang="it-IT" sz="1600" dirty="0" err="1">
                <a:cs typeface="Rajdhani Medium" panose="02000000000000000000" pitchFamily="2" charset="0"/>
              </a:rPr>
              <a:t>quis</a:t>
            </a:r>
            <a:r>
              <a:rPr lang="it-IT" sz="1600" dirty="0">
                <a:cs typeface="Rajdhani Medium" panose="02000000000000000000" pitchFamily="2" charset="0"/>
              </a:rPr>
              <a:t> </a:t>
            </a:r>
            <a:r>
              <a:rPr lang="it-IT" sz="1600" dirty="0" err="1">
                <a:cs typeface="Rajdhani Medium" panose="02000000000000000000" pitchFamily="2" charset="0"/>
              </a:rPr>
              <a:t>nostrud</a:t>
            </a:r>
            <a:endParaRPr lang="it-IT" sz="1600" dirty="0">
              <a:cs typeface="Rajdhani Medium" panose="02000000000000000000" pitchFamily="2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600" dirty="0" err="1">
                <a:cs typeface="Rajdhani Medium" panose="02000000000000000000" pitchFamily="2" charset="0"/>
              </a:rPr>
              <a:t>exercitation</a:t>
            </a:r>
            <a:r>
              <a:rPr lang="it-IT" sz="1600" dirty="0">
                <a:cs typeface="Rajdhani Medium" panose="02000000000000000000" pitchFamily="2" charset="0"/>
              </a:rPr>
              <a:t> </a:t>
            </a:r>
            <a:r>
              <a:rPr lang="it-IT" sz="1600" dirty="0" err="1">
                <a:cs typeface="Rajdhani Medium" panose="02000000000000000000" pitchFamily="2" charset="0"/>
              </a:rPr>
              <a:t>ullamco</a:t>
            </a:r>
            <a:r>
              <a:rPr lang="it-IT" sz="1600" dirty="0">
                <a:cs typeface="Rajdhani Medium" panose="02000000000000000000" pitchFamily="2" charset="0"/>
              </a:rPr>
              <a:t> </a:t>
            </a:r>
            <a:r>
              <a:rPr lang="it-IT" sz="1600" dirty="0" err="1">
                <a:cs typeface="Rajdhani Medium" panose="02000000000000000000" pitchFamily="2" charset="0"/>
              </a:rPr>
              <a:t>laboris</a:t>
            </a:r>
            <a:r>
              <a:rPr lang="it-IT" sz="1600" dirty="0">
                <a:cs typeface="Rajdhani Medium" panose="02000000000000000000" pitchFamily="2" charset="0"/>
              </a:rPr>
              <a:t> </a:t>
            </a:r>
            <a:r>
              <a:rPr lang="it-IT" sz="1600" dirty="0" err="1">
                <a:cs typeface="Rajdhani Medium" panose="02000000000000000000" pitchFamily="2" charset="0"/>
              </a:rPr>
              <a:t>nisi</a:t>
            </a:r>
            <a:endParaRPr lang="it-IT" sz="1600" dirty="0">
              <a:cs typeface="Rajdhani Medium" panose="020000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600" dirty="0">
                <a:cs typeface="Rajdhani Medium" panose="02000000000000000000" pitchFamily="2" charset="0"/>
              </a:rPr>
              <a:t>ut </a:t>
            </a:r>
            <a:r>
              <a:rPr lang="it-IT" sz="1600" dirty="0" err="1">
                <a:cs typeface="Rajdhani Medium" panose="02000000000000000000" pitchFamily="2" charset="0"/>
              </a:rPr>
              <a:t>aliquip</a:t>
            </a:r>
            <a:r>
              <a:rPr lang="it-IT" sz="1600" dirty="0">
                <a:cs typeface="Rajdhani Medium" panose="02000000000000000000" pitchFamily="2" charset="0"/>
              </a:rPr>
              <a:t> ex ea </a:t>
            </a:r>
            <a:r>
              <a:rPr lang="it-IT" sz="1600" dirty="0" err="1">
                <a:cs typeface="Rajdhani Medium" panose="02000000000000000000" pitchFamily="2" charset="0"/>
              </a:rPr>
              <a:t>commodo</a:t>
            </a:r>
            <a:r>
              <a:rPr lang="it-IT" sz="1600" dirty="0">
                <a:cs typeface="Rajdhani Medium" panose="02000000000000000000" pitchFamily="2" charset="0"/>
              </a:rPr>
              <a:t> </a:t>
            </a:r>
            <a:r>
              <a:rPr lang="it-IT" sz="1600" dirty="0" err="1">
                <a:cs typeface="Rajdhani Medium" panose="02000000000000000000" pitchFamily="2" charset="0"/>
              </a:rPr>
              <a:t>consequat</a:t>
            </a:r>
            <a:r>
              <a:rPr lang="it-IT" sz="1600" dirty="0">
                <a:cs typeface="Rajdhani Medium" panose="02000000000000000000" pitchFamily="2" charset="0"/>
              </a:rPr>
              <a:t>.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4DBA02A-4DAE-80FF-7539-896349D83C54}"/>
              </a:ext>
            </a:extLst>
          </p:cNvPr>
          <p:cNvSpPr txBox="1"/>
          <p:nvPr/>
        </p:nvSpPr>
        <p:spPr>
          <a:xfrm>
            <a:off x="1545021" y="354597"/>
            <a:ext cx="100426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accent1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41968226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28470-8E76-6256-06AA-B63B67A9A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F950F71B-8966-4EDD-AECF-320858A35911}"/>
              </a:ext>
            </a:extLst>
          </p:cNvPr>
          <p:cNvSpPr txBox="1"/>
          <p:nvPr/>
        </p:nvSpPr>
        <p:spPr>
          <a:xfrm>
            <a:off x="409576" y="1443469"/>
            <a:ext cx="4962524" cy="2261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  <a:cs typeface="Rajdhani Medium" panose="02000000000000000000" pitchFamily="2" charset="0"/>
              </a:rPr>
              <a:t>Lorem ipsum dolor sit </a:t>
            </a:r>
            <a:r>
              <a:rPr lang="en-US" sz="1600" dirty="0" err="1">
                <a:solidFill>
                  <a:schemeClr val="bg1"/>
                </a:solidFill>
                <a:cs typeface="Rajdhani Medium" panose="02000000000000000000" pitchFamily="2" charset="0"/>
              </a:rPr>
              <a:t>amet</a:t>
            </a:r>
            <a:r>
              <a:rPr lang="en-US" sz="1600" dirty="0">
                <a:solidFill>
                  <a:schemeClr val="bg1"/>
                </a:solidFill>
                <a:cs typeface="Rajdhani Medium" panose="02000000000000000000" pitchFamily="2" charset="0"/>
              </a:rPr>
              <a:t>, </a:t>
            </a:r>
            <a:r>
              <a:rPr lang="en-US" sz="1600" dirty="0" err="1">
                <a:solidFill>
                  <a:schemeClr val="bg1"/>
                </a:solidFill>
                <a:cs typeface="Rajdhani Medium" panose="02000000000000000000" pitchFamily="2" charset="0"/>
              </a:rPr>
              <a:t>consectetur</a:t>
            </a:r>
            <a:r>
              <a:rPr lang="en-US" sz="1600" dirty="0">
                <a:solidFill>
                  <a:schemeClr val="bg1"/>
                </a:solidFill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cs typeface="Rajdhani Medium" panose="02000000000000000000" pitchFamily="2" charset="0"/>
              </a:rPr>
              <a:t>adipiscing</a:t>
            </a:r>
            <a:r>
              <a:rPr lang="en-US" sz="1600" dirty="0">
                <a:solidFill>
                  <a:schemeClr val="bg1"/>
                </a:solidFill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cs typeface="Rajdhani Medium" panose="02000000000000000000" pitchFamily="2" charset="0"/>
              </a:rPr>
              <a:t>elit</a:t>
            </a:r>
            <a:r>
              <a:rPr lang="en-US" sz="1600" dirty="0">
                <a:solidFill>
                  <a:schemeClr val="bg1"/>
                </a:solidFill>
                <a:cs typeface="Rajdhani Medium" panose="02000000000000000000" pitchFamily="2" charset="0"/>
              </a:rPr>
              <a:t>, sed do </a:t>
            </a:r>
            <a:r>
              <a:rPr lang="en-US" sz="1600" dirty="0" err="1">
                <a:solidFill>
                  <a:schemeClr val="bg1"/>
                </a:solidFill>
                <a:cs typeface="Rajdhani Medium" panose="02000000000000000000" pitchFamily="2" charset="0"/>
              </a:rPr>
              <a:t>eiusmod</a:t>
            </a:r>
            <a:r>
              <a:rPr lang="en-US" sz="1600" dirty="0">
                <a:solidFill>
                  <a:schemeClr val="bg1"/>
                </a:solidFill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cs typeface="Rajdhani Medium" panose="02000000000000000000" pitchFamily="2" charset="0"/>
              </a:rPr>
              <a:t>tempor</a:t>
            </a:r>
            <a:r>
              <a:rPr lang="en-US" sz="1600" dirty="0">
                <a:solidFill>
                  <a:schemeClr val="bg1"/>
                </a:solidFill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cs typeface="Rajdhani Medium" panose="02000000000000000000" pitchFamily="2" charset="0"/>
              </a:rPr>
              <a:t>incididunt</a:t>
            </a:r>
            <a:r>
              <a:rPr lang="en-US" sz="1600" dirty="0">
                <a:solidFill>
                  <a:schemeClr val="bg1"/>
                </a:solidFill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cs typeface="Rajdhani Medium" panose="02000000000000000000" pitchFamily="2" charset="0"/>
              </a:rPr>
              <a:t>ut</a:t>
            </a:r>
            <a:r>
              <a:rPr lang="en-US" sz="1600" dirty="0">
                <a:solidFill>
                  <a:schemeClr val="bg1"/>
                </a:solidFill>
                <a:cs typeface="Rajdhani Medium" panose="02000000000000000000" pitchFamily="2" charset="0"/>
              </a:rPr>
              <a:t> labore et dolore magna </a:t>
            </a:r>
            <a:r>
              <a:rPr lang="en-US" sz="1600" dirty="0" err="1">
                <a:solidFill>
                  <a:schemeClr val="bg1"/>
                </a:solidFill>
                <a:cs typeface="Rajdhani Medium" panose="02000000000000000000" pitchFamily="2" charset="0"/>
              </a:rPr>
              <a:t>aliqua</a:t>
            </a:r>
            <a:r>
              <a:rPr lang="en-US" sz="1600" dirty="0">
                <a:solidFill>
                  <a:schemeClr val="bg1"/>
                </a:solidFill>
                <a:cs typeface="Rajdhani Medium" panose="02000000000000000000" pitchFamily="2" charset="0"/>
              </a:rPr>
              <a:t>. Ut </a:t>
            </a:r>
            <a:r>
              <a:rPr lang="en-US" sz="1600" dirty="0" err="1">
                <a:solidFill>
                  <a:schemeClr val="bg1"/>
                </a:solidFill>
                <a:cs typeface="Rajdhani Medium" panose="02000000000000000000" pitchFamily="2" charset="0"/>
              </a:rPr>
              <a:t>enim</a:t>
            </a:r>
            <a:r>
              <a:rPr lang="en-US" sz="1600" dirty="0">
                <a:solidFill>
                  <a:schemeClr val="bg1"/>
                </a:solidFill>
                <a:cs typeface="Rajdhani Medium" panose="02000000000000000000" pitchFamily="2" charset="0"/>
              </a:rPr>
              <a:t> ad minim </a:t>
            </a:r>
            <a:r>
              <a:rPr lang="en-US" sz="1600" dirty="0" err="1">
                <a:solidFill>
                  <a:schemeClr val="bg1"/>
                </a:solidFill>
                <a:cs typeface="Rajdhani Medium" panose="02000000000000000000" pitchFamily="2" charset="0"/>
              </a:rPr>
              <a:t>veniam</a:t>
            </a:r>
            <a:r>
              <a:rPr lang="en-US" sz="1600" dirty="0">
                <a:solidFill>
                  <a:schemeClr val="bg1"/>
                </a:solidFill>
                <a:cs typeface="Rajdhani Medium" panose="02000000000000000000" pitchFamily="2" charset="0"/>
              </a:rPr>
              <a:t>, </a:t>
            </a:r>
            <a:r>
              <a:rPr lang="en-US" sz="1600" dirty="0" err="1">
                <a:solidFill>
                  <a:schemeClr val="bg1"/>
                </a:solidFill>
                <a:cs typeface="Rajdhani Medium" panose="02000000000000000000" pitchFamily="2" charset="0"/>
              </a:rPr>
              <a:t>quis</a:t>
            </a:r>
            <a:r>
              <a:rPr lang="en-US" sz="1600" dirty="0">
                <a:solidFill>
                  <a:schemeClr val="bg1"/>
                </a:solidFill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cs typeface="Rajdhani Medium" panose="02000000000000000000" pitchFamily="2" charset="0"/>
              </a:rPr>
              <a:t>nostrud</a:t>
            </a:r>
            <a:r>
              <a:rPr lang="en-US" sz="1600" dirty="0">
                <a:solidFill>
                  <a:schemeClr val="bg1"/>
                </a:solidFill>
                <a:cs typeface="Rajdhani Medium" panose="02000000000000000000" pitchFamily="2" charset="0"/>
              </a:rPr>
              <a:t> exercitation </a:t>
            </a:r>
            <a:r>
              <a:rPr lang="en-US" sz="1600" dirty="0" err="1">
                <a:solidFill>
                  <a:schemeClr val="bg1"/>
                </a:solidFill>
                <a:cs typeface="Rajdhani Medium" panose="02000000000000000000" pitchFamily="2" charset="0"/>
              </a:rPr>
              <a:t>ullamco</a:t>
            </a:r>
            <a:r>
              <a:rPr lang="en-US" sz="1600" dirty="0">
                <a:solidFill>
                  <a:schemeClr val="bg1"/>
                </a:solidFill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cs typeface="Rajdhani Medium" panose="02000000000000000000" pitchFamily="2" charset="0"/>
              </a:rPr>
              <a:t>laboris</a:t>
            </a:r>
            <a:r>
              <a:rPr lang="en-US" sz="1600" dirty="0">
                <a:solidFill>
                  <a:schemeClr val="bg1"/>
                </a:solidFill>
                <a:cs typeface="Rajdhani Medium" panose="02000000000000000000" pitchFamily="2" charset="0"/>
              </a:rPr>
              <a:t> nisi </a:t>
            </a:r>
            <a:r>
              <a:rPr lang="en-US" sz="1600" dirty="0" err="1">
                <a:solidFill>
                  <a:schemeClr val="bg1"/>
                </a:solidFill>
                <a:cs typeface="Rajdhani Medium" panose="02000000000000000000" pitchFamily="2" charset="0"/>
              </a:rPr>
              <a:t>ut</a:t>
            </a:r>
            <a:r>
              <a:rPr lang="en-US" sz="1600" dirty="0">
                <a:solidFill>
                  <a:schemeClr val="bg1"/>
                </a:solidFill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cs typeface="Rajdhani Medium" panose="02000000000000000000" pitchFamily="2" charset="0"/>
              </a:rPr>
              <a:t>aliquip</a:t>
            </a:r>
            <a:r>
              <a:rPr lang="en-US" sz="1600" dirty="0">
                <a:solidFill>
                  <a:schemeClr val="bg1"/>
                </a:solidFill>
                <a:cs typeface="Rajdhani Medium" panose="02000000000000000000" pitchFamily="2" charset="0"/>
              </a:rPr>
              <a:t> ex </a:t>
            </a:r>
            <a:r>
              <a:rPr lang="en-US" sz="1600" dirty="0" err="1">
                <a:solidFill>
                  <a:schemeClr val="bg1"/>
                </a:solidFill>
                <a:cs typeface="Rajdhani Medium" panose="02000000000000000000" pitchFamily="2" charset="0"/>
              </a:rPr>
              <a:t>ea</a:t>
            </a:r>
            <a:r>
              <a:rPr lang="en-US" sz="1600" dirty="0">
                <a:solidFill>
                  <a:schemeClr val="bg1"/>
                </a:solidFill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cs typeface="Rajdhani Medium" panose="02000000000000000000" pitchFamily="2" charset="0"/>
              </a:rPr>
              <a:t>commodo</a:t>
            </a:r>
            <a:r>
              <a:rPr lang="en-US" sz="1600" dirty="0">
                <a:solidFill>
                  <a:schemeClr val="bg1"/>
                </a:solidFill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cs typeface="Rajdhani Medium" panose="02000000000000000000" pitchFamily="2" charset="0"/>
              </a:rPr>
              <a:t>consequat</a:t>
            </a:r>
            <a:r>
              <a:rPr lang="en-US" sz="1600" dirty="0">
                <a:solidFill>
                  <a:schemeClr val="bg1"/>
                </a:solidFill>
                <a:cs typeface="Rajdhani Medium" panose="02000000000000000000" pitchFamily="2" charset="0"/>
              </a:rPr>
              <a:t>.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50F15A0-C075-F75C-7BA3-1A03FEB21DCC}"/>
              </a:ext>
            </a:extLst>
          </p:cNvPr>
          <p:cNvSpPr txBox="1"/>
          <p:nvPr/>
        </p:nvSpPr>
        <p:spPr>
          <a:xfrm>
            <a:off x="409576" y="3936971"/>
            <a:ext cx="4962524" cy="2261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cs typeface="Rajdhani Medium" panose="02000000000000000000" pitchFamily="2" charset="0"/>
              </a:rPr>
              <a:t>Lorem ipsum dolor sit </a:t>
            </a:r>
            <a:r>
              <a:rPr lang="en-US" sz="1600" b="1" dirty="0" err="1">
                <a:solidFill>
                  <a:schemeClr val="bg1"/>
                </a:solidFill>
                <a:cs typeface="Rajdhani Bold" panose="02000000000000000000" pitchFamily="2" charset="0"/>
              </a:rPr>
              <a:t>amet</a:t>
            </a:r>
            <a:r>
              <a:rPr lang="en-US" sz="1600" dirty="0">
                <a:solidFill>
                  <a:schemeClr val="bg1"/>
                </a:solidFill>
                <a:cs typeface="Rajdhani Medium" panose="02000000000000000000" pitchFamily="2" charset="0"/>
              </a:rPr>
              <a:t>, </a:t>
            </a:r>
            <a:r>
              <a:rPr lang="en-US" sz="1600" dirty="0" err="1">
                <a:solidFill>
                  <a:schemeClr val="bg1"/>
                </a:solidFill>
                <a:cs typeface="Rajdhani Medium" panose="02000000000000000000" pitchFamily="2" charset="0"/>
              </a:rPr>
              <a:t>consectetur</a:t>
            </a:r>
            <a:endParaRPr lang="en-US" sz="1600" dirty="0">
              <a:solidFill>
                <a:schemeClr val="bg1"/>
              </a:solidFill>
              <a:cs typeface="Rajdhani Medium" panose="020000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cs typeface="Rajdhani Medium" panose="02000000000000000000" pitchFamily="2" charset="0"/>
              </a:rPr>
              <a:t>adipiscing</a:t>
            </a:r>
            <a:r>
              <a:rPr lang="en-US" sz="1600" dirty="0">
                <a:solidFill>
                  <a:schemeClr val="bg1"/>
                </a:solidFill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cs typeface="Rajdhani Medium" panose="02000000000000000000" pitchFamily="2" charset="0"/>
              </a:rPr>
              <a:t>elit</a:t>
            </a:r>
            <a:r>
              <a:rPr lang="en-US" sz="1600" dirty="0">
                <a:solidFill>
                  <a:schemeClr val="bg1"/>
                </a:solidFill>
                <a:cs typeface="Rajdhani Medium" panose="02000000000000000000" pitchFamily="2" charset="0"/>
              </a:rPr>
              <a:t>, sed do </a:t>
            </a:r>
            <a:r>
              <a:rPr lang="en-US" sz="1600" dirty="0" err="1">
                <a:solidFill>
                  <a:schemeClr val="bg1"/>
                </a:solidFill>
                <a:cs typeface="Rajdhani Medium" panose="02000000000000000000" pitchFamily="2" charset="0"/>
              </a:rPr>
              <a:t>eiusmod</a:t>
            </a:r>
            <a:r>
              <a:rPr lang="en-US" sz="1600" dirty="0">
                <a:solidFill>
                  <a:schemeClr val="bg1"/>
                </a:solidFill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cs typeface="Rajdhani Medium" panose="02000000000000000000" pitchFamily="2" charset="0"/>
              </a:rPr>
              <a:t>tempor</a:t>
            </a:r>
            <a:endParaRPr lang="en-US" sz="1600" dirty="0">
              <a:solidFill>
                <a:schemeClr val="bg1"/>
              </a:solidFill>
              <a:cs typeface="Rajdhani Medium" panose="020000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cs typeface="Rajdhani Medium" panose="02000000000000000000" pitchFamily="2" charset="0"/>
              </a:rPr>
              <a:t>incididunt</a:t>
            </a:r>
            <a:r>
              <a:rPr lang="en-US" sz="1600" dirty="0">
                <a:solidFill>
                  <a:schemeClr val="bg1"/>
                </a:solidFill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cs typeface="Rajdhani Medium" panose="02000000000000000000" pitchFamily="2" charset="0"/>
              </a:rPr>
              <a:t>ut</a:t>
            </a:r>
            <a:r>
              <a:rPr lang="en-US" sz="1600" dirty="0">
                <a:solidFill>
                  <a:schemeClr val="bg1"/>
                </a:solidFill>
                <a:cs typeface="Rajdhani Medium" panose="02000000000000000000" pitchFamily="2" charset="0"/>
              </a:rPr>
              <a:t> </a:t>
            </a:r>
            <a:r>
              <a:rPr lang="en-US" sz="1600" i="1" dirty="0">
                <a:solidFill>
                  <a:schemeClr val="bg1"/>
                </a:solidFill>
                <a:cs typeface="Rajdhani Medium" panose="02000000000000000000" pitchFamily="2" charset="0"/>
              </a:rPr>
              <a:t>labore</a:t>
            </a:r>
            <a:r>
              <a:rPr lang="en-US" sz="1600" dirty="0">
                <a:solidFill>
                  <a:schemeClr val="bg1"/>
                </a:solidFill>
                <a:cs typeface="Rajdhani Medium" panose="02000000000000000000" pitchFamily="2" charset="0"/>
              </a:rPr>
              <a:t> et dolore magna </a:t>
            </a:r>
            <a:r>
              <a:rPr lang="en-US" sz="1600" dirty="0" err="1">
                <a:solidFill>
                  <a:schemeClr val="bg1"/>
                </a:solidFill>
                <a:cs typeface="Rajdhani Medium" panose="02000000000000000000" pitchFamily="2" charset="0"/>
              </a:rPr>
              <a:t>aliqua</a:t>
            </a:r>
            <a:r>
              <a:rPr lang="en-US" sz="1600" dirty="0">
                <a:solidFill>
                  <a:schemeClr val="bg1"/>
                </a:solidFill>
                <a:cs typeface="Rajdhani Medium" panose="02000000000000000000" pitchFamily="2" charset="0"/>
              </a:rPr>
              <a:t>.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cs typeface="Rajdhani Medium" panose="02000000000000000000" pitchFamily="2" charset="0"/>
              </a:rPr>
              <a:t>Ut </a:t>
            </a:r>
            <a:r>
              <a:rPr lang="en-US" sz="1600" dirty="0" err="1">
                <a:solidFill>
                  <a:schemeClr val="bg1"/>
                </a:solidFill>
                <a:cs typeface="Rajdhani Medium" panose="02000000000000000000" pitchFamily="2" charset="0"/>
              </a:rPr>
              <a:t>enim</a:t>
            </a:r>
            <a:r>
              <a:rPr lang="en-US" sz="1600" dirty="0">
                <a:solidFill>
                  <a:schemeClr val="bg1"/>
                </a:solidFill>
                <a:cs typeface="Rajdhani Medium" panose="02000000000000000000" pitchFamily="2" charset="0"/>
              </a:rPr>
              <a:t> ad </a:t>
            </a:r>
            <a:r>
              <a:rPr lang="en-US" sz="1600" b="1" u="sng" dirty="0">
                <a:solidFill>
                  <a:schemeClr val="accent2"/>
                </a:solidFill>
                <a:cs typeface="Rajdhani Medium" panose="02000000000000000000" pitchFamily="2" charset="0"/>
              </a:rPr>
              <a:t>link</a:t>
            </a:r>
            <a:r>
              <a:rPr lang="en-US" sz="1600" dirty="0">
                <a:solidFill>
                  <a:schemeClr val="bg1"/>
                </a:solidFill>
                <a:cs typeface="Rajdhani Medium" panose="02000000000000000000" pitchFamily="2" charset="0"/>
              </a:rPr>
              <a:t>, </a:t>
            </a:r>
            <a:r>
              <a:rPr lang="en-US" sz="1600" dirty="0" err="1">
                <a:solidFill>
                  <a:schemeClr val="bg1"/>
                </a:solidFill>
                <a:cs typeface="Rajdhani Medium" panose="02000000000000000000" pitchFamily="2" charset="0"/>
              </a:rPr>
              <a:t>quis</a:t>
            </a:r>
            <a:r>
              <a:rPr lang="en-US" sz="1600" dirty="0">
                <a:solidFill>
                  <a:schemeClr val="bg1"/>
                </a:solidFill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cs typeface="Rajdhani Medium" panose="02000000000000000000" pitchFamily="2" charset="0"/>
              </a:rPr>
              <a:t>nostrud</a:t>
            </a:r>
            <a:endParaRPr lang="en-US" sz="1600" dirty="0">
              <a:solidFill>
                <a:schemeClr val="bg1"/>
              </a:solidFill>
              <a:cs typeface="Rajdhani Medium" panose="02000000000000000000" pitchFamily="2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cs typeface="Rajdhani Medium" panose="02000000000000000000" pitchFamily="2" charset="0"/>
              </a:rPr>
              <a:t>exercitation </a:t>
            </a:r>
            <a:r>
              <a:rPr lang="en-US" sz="1600" dirty="0" err="1">
                <a:solidFill>
                  <a:schemeClr val="bg1"/>
                </a:solidFill>
                <a:cs typeface="Rajdhani Medium" panose="02000000000000000000" pitchFamily="2" charset="0"/>
              </a:rPr>
              <a:t>ullamco</a:t>
            </a:r>
            <a:r>
              <a:rPr lang="en-US" sz="1600" dirty="0">
                <a:solidFill>
                  <a:schemeClr val="bg1"/>
                </a:solidFill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cs typeface="Rajdhani Medium" panose="02000000000000000000" pitchFamily="2" charset="0"/>
              </a:rPr>
              <a:t>laboris</a:t>
            </a:r>
            <a:r>
              <a:rPr lang="en-US" sz="1600" dirty="0">
                <a:solidFill>
                  <a:schemeClr val="bg1"/>
                </a:solidFill>
                <a:cs typeface="Rajdhani Medium" panose="02000000000000000000" pitchFamily="2" charset="0"/>
              </a:rPr>
              <a:t> nisi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cs typeface="Rajdhani Medium" panose="02000000000000000000" pitchFamily="2" charset="0"/>
              </a:rPr>
              <a:t>ut</a:t>
            </a:r>
            <a:r>
              <a:rPr lang="en-US" sz="1600" dirty="0">
                <a:solidFill>
                  <a:schemeClr val="bg1"/>
                </a:solidFill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cs typeface="Rajdhani Medium" panose="02000000000000000000" pitchFamily="2" charset="0"/>
              </a:rPr>
              <a:t>aliquip</a:t>
            </a:r>
            <a:r>
              <a:rPr lang="en-US" sz="1600" dirty="0">
                <a:solidFill>
                  <a:schemeClr val="bg1"/>
                </a:solidFill>
                <a:cs typeface="Rajdhani Medium" panose="02000000000000000000" pitchFamily="2" charset="0"/>
              </a:rPr>
              <a:t> ex </a:t>
            </a:r>
            <a:r>
              <a:rPr lang="en-US" sz="1600" dirty="0" err="1">
                <a:solidFill>
                  <a:schemeClr val="bg1"/>
                </a:solidFill>
                <a:cs typeface="Rajdhani Medium" panose="02000000000000000000" pitchFamily="2" charset="0"/>
              </a:rPr>
              <a:t>ea</a:t>
            </a:r>
            <a:r>
              <a:rPr lang="en-US" sz="1600" dirty="0">
                <a:solidFill>
                  <a:schemeClr val="bg1"/>
                </a:solidFill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cs typeface="Rajdhani Medium" panose="02000000000000000000" pitchFamily="2" charset="0"/>
              </a:rPr>
              <a:t>commodo</a:t>
            </a:r>
            <a:r>
              <a:rPr lang="en-US" sz="1600" dirty="0">
                <a:solidFill>
                  <a:schemeClr val="bg1"/>
                </a:solidFill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cs typeface="Rajdhani Medium" panose="02000000000000000000" pitchFamily="2" charset="0"/>
              </a:rPr>
              <a:t>consequat</a:t>
            </a:r>
            <a:r>
              <a:rPr lang="en-US" sz="1600" dirty="0">
                <a:solidFill>
                  <a:schemeClr val="bg1"/>
                </a:solidFill>
                <a:cs typeface="Rajdhani Medium" panose="02000000000000000000" pitchFamily="2" charset="0"/>
              </a:rPr>
              <a:t>.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383D6D00-BDEB-D849-E7BC-84BBB3ACDB43}"/>
              </a:ext>
            </a:extLst>
          </p:cNvPr>
          <p:cNvSpPr txBox="1"/>
          <p:nvPr/>
        </p:nvSpPr>
        <p:spPr>
          <a:xfrm>
            <a:off x="1545021" y="354597"/>
            <a:ext cx="100426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bg2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7206870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>
            <a:extLst>
              <a:ext uri="{FF2B5EF4-FFF2-40B4-BE49-F238E27FC236}">
                <a16:creationId xmlns:a16="http://schemas.microsoft.com/office/drawing/2014/main" id="{4E20135B-65D4-9214-28ED-CCD885B4AD53}"/>
              </a:ext>
            </a:extLst>
          </p:cNvPr>
          <p:cNvSpPr txBox="1"/>
          <p:nvPr/>
        </p:nvSpPr>
        <p:spPr>
          <a:xfrm>
            <a:off x="6819901" y="1443469"/>
            <a:ext cx="4438945" cy="2261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cs typeface="Rajdhani Medium" panose="02000000000000000000" pitchFamily="2" charset="0"/>
              </a:rPr>
              <a:t>Lorem ipsum dolor sit </a:t>
            </a:r>
            <a:r>
              <a:rPr lang="en-US" sz="1600" dirty="0" err="1">
                <a:cs typeface="Rajdhani Medium" panose="02000000000000000000" pitchFamily="2" charset="0"/>
              </a:rPr>
              <a:t>amet</a:t>
            </a:r>
            <a:r>
              <a:rPr lang="en-US" sz="1600" dirty="0">
                <a:cs typeface="Rajdhani Medium" panose="02000000000000000000" pitchFamily="2" charset="0"/>
              </a:rPr>
              <a:t>, </a:t>
            </a:r>
            <a:r>
              <a:rPr lang="en-US" sz="1600" dirty="0" err="1">
                <a:cs typeface="Rajdhani Medium" panose="02000000000000000000" pitchFamily="2" charset="0"/>
              </a:rPr>
              <a:t>consectetur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adipiscing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elit</a:t>
            </a:r>
            <a:r>
              <a:rPr lang="en-US" sz="1600" dirty="0">
                <a:cs typeface="Rajdhani Medium" panose="02000000000000000000" pitchFamily="2" charset="0"/>
              </a:rPr>
              <a:t>, sed do </a:t>
            </a:r>
            <a:r>
              <a:rPr lang="en-US" sz="1600" dirty="0" err="1">
                <a:cs typeface="Rajdhani Medium" panose="02000000000000000000" pitchFamily="2" charset="0"/>
              </a:rPr>
              <a:t>eiusmod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tempor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incididunt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ut</a:t>
            </a:r>
            <a:r>
              <a:rPr lang="en-US" sz="1600" dirty="0">
                <a:cs typeface="Rajdhani Medium" panose="02000000000000000000" pitchFamily="2" charset="0"/>
              </a:rPr>
              <a:t> labore et dolore magna </a:t>
            </a:r>
            <a:r>
              <a:rPr lang="en-US" sz="1600" dirty="0" err="1">
                <a:cs typeface="Rajdhani Medium" panose="02000000000000000000" pitchFamily="2" charset="0"/>
              </a:rPr>
              <a:t>aliqua</a:t>
            </a:r>
            <a:r>
              <a:rPr lang="en-US" sz="1600" dirty="0">
                <a:cs typeface="Rajdhani Medium" panose="02000000000000000000" pitchFamily="2" charset="0"/>
              </a:rPr>
              <a:t>. Ut </a:t>
            </a:r>
            <a:r>
              <a:rPr lang="en-US" sz="1600" dirty="0" err="1">
                <a:cs typeface="Rajdhani Medium" panose="02000000000000000000" pitchFamily="2" charset="0"/>
              </a:rPr>
              <a:t>enim</a:t>
            </a:r>
            <a:r>
              <a:rPr lang="en-US" sz="1600" dirty="0">
                <a:cs typeface="Rajdhani Medium" panose="02000000000000000000" pitchFamily="2" charset="0"/>
              </a:rPr>
              <a:t> ad minim </a:t>
            </a:r>
            <a:r>
              <a:rPr lang="en-US" sz="1600" dirty="0" err="1">
                <a:cs typeface="Rajdhani Medium" panose="02000000000000000000" pitchFamily="2" charset="0"/>
              </a:rPr>
              <a:t>veniam</a:t>
            </a:r>
            <a:r>
              <a:rPr lang="en-US" sz="1600" dirty="0">
                <a:cs typeface="Rajdhani Medium" panose="02000000000000000000" pitchFamily="2" charset="0"/>
              </a:rPr>
              <a:t>, </a:t>
            </a:r>
            <a:r>
              <a:rPr lang="en-US" sz="1600" dirty="0" err="1">
                <a:cs typeface="Rajdhani Medium" panose="02000000000000000000" pitchFamily="2" charset="0"/>
              </a:rPr>
              <a:t>quis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nostrud</a:t>
            </a:r>
            <a:r>
              <a:rPr lang="en-US" sz="1600" dirty="0">
                <a:cs typeface="Rajdhani Medium" panose="02000000000000000000" pitchFamily="2" charset="0"/>
              </a:rPr>
              <a:t> exercitation </a:t>
            </a:r>
            <a:r>
              <a:rPr lang="en-US" sz="1600" dirty="0" err="1">
                <a:cs typeface="Rajdhani Medium" panose="02000000000000000000" pitchFamily="2" charset="0"/>
              </a:rPr>
              <a:t>ullamco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laboris</a:t>
            </a:r>
            <a:r>
              <a:rPr lang="en-US" sz="1600" dirty="0">
                <a:cs typeface="Rajdhani Medium" panose="02000000000000000000" pitchFamily="2" charset="0"/>
              </a:rPr>
              <a:t> nisi </a:t>
            </a:r>
            <a:r>
              <a:rPr lang="en-US" sz="1600" dirty="0" err="1">
                <a:cs typeface="Rajdhani Medium" panose="02000000000000000000" pitchFamily="2" charset="0"/>
              </a:rPr>
              <a:t>ut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aliquip</a:t>
            </a:r>
            <a:r>
              <a:rPr lang="en-US" sz="1600" dirty="0">
                <a:cs typeface="Rajdhani Medium" panose="02000000000000000000" pitchFamily="2" charset="0"/>
              </a:rPr>
              <a:t> ex </a:t>
            </a:r>
            <a:r>
              <a:rPr lang="en-US" sz="1600" dirty="0" err="1">
                <a:cs typeface="Rajdhani Medium" panose="02000000000000000000" pitchFamily="2" charset="0"/>
              </a:rPr>
              <a:t>ea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commodo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consequat</a:t>
            </a:r>
            <a:r>
              <a:rPr lang="en-US" sz="1600" dirty="0">
                <a:cs typeface="Rajdhani Medium" panose="02000000000000000000" pitchFamily="2" charset="0"/>
              </a:rPr>
              <a:t>.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7F091FCE-89D7-30BD-31E2-44F3AF947236}"/>
              </a:ext>
            </a:extLst>
          </p:cNvPr>
          <p:cNvSpPr txBox="1"/>
          <p:nvPr/>
        </p:nvSpPr>
        <p:spPr>
          <a:xfrm>
            <a:off x="6819901" y="3936971"/>
            <a:ext cx="4962524" cy="2267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cs typeface="Rajdhani Medium" panose="02000000000000000000" pitchFamily="2" charset="0"/>
              </a:rPr>
              <a:t>Lorem ipsum dolor sit </a:t>
            </a:r>
            <a:r>
              <a:rPr lang="en-US" sz="1600" b="1" dirty="0" err="1">
                <a:cs typeface="Rajdhani Medium" panose="02000000000000000000" pitchFamily="2" charset="0"/>
              </a:rPr>
              <a:t>amet</a:t>
            </a:r>
            <a:r>
              <a:rPr lang="en-US" sz="1600" dirty="0">
                <a:cs typeface="Rajdhani Medium" panose="02000000000000000000" pitchFamily="2" charset="0"/>
              </a:rPr>
              <a:t>, </a:t>
            </a:r>
            <a:r>
              <a:rPr lang="en-US" sz="1600" dirty="0" err="1">
                <a:cs typeface="Rajdhani Medium" panose="02000000000000000000" pitchFamily="2" charset="0"/>
              </a:rPr>
              <a:t>consectetur</a:t>
            </a:r>
            <a:endParaRPr lang="en-US" sz="1600" dirty="0">
              <a:cs typeface="Rajdhani Medium" panose="020000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cs typeface="Rajdhani Medium" panose="02000000000000000000" pitchFamily="2" charset="0"/>
              </a:rPr>
              <a:t>adipiscing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elit</a:t>
            </a:r>
            <a:r>
              <a:rPr lang="en-US" sz="1600" dirty="0">
                <a:cs typeface="Rajdhani Medium" panose="02000000000000000000" pitchFamily="2" charset="0"/>
              </a:rPr>
              <a:t>, sed do </a:t>
            </a:r>
            <a:r>
              <a:rPr lang="en-US" sz="1600" dirty="0" err="1">
                <a:cs typeface="Rajdhani Medium" panose="02000000000000000000" pitchFamily="2" charset="0"/>
              </a:rPr>
              <a:t>eiusmod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tempor</a:t>
            </a:r>
            <a:endParaRPr lang="en-US" sz="1600" dirty="0">
              <a:cs typeface="Rajdhani Medium" panose="020000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cs typeface="Rajdhani Medium" panose="02000000000000000000" pitchFamily="2" charset="0"/>
              </a:rPr>
              <a:t>incididunt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ut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i="1" dirty="0">
                <a:cs typeface="Rajdhani Medium" panose="02000000000000000000" pitchFamily="2" charset="0"/>
              </a:rPr>
              <a:t>labore</a:t>
            </a:r>
            <a:r>
              <a:rPr lang="en-US" sz="1600" dirty="0">
                <a:cs typeface="Rajdhani Medium" panose="02000000000000000000" pitchFamily="2" charset="0"/>
              </a:rPr>
              <a:t> et dolore magna </a:t>
            </a:r>
            <a:r>
              <a:rPr lang="en-US" sz="1600" dirty="0" err="1">
                <a:cs typeface="Rajdhani Medium" panose="02000000000000000000" pitchFamily="2" charset="0"/>
              </a:rPr>
              <a:t>aliqua</a:t>
            </a:r>
            <a:r>
              <a:rPr lang="en-US" sz="1600" dirty="0">
                <a:cs typeface="Rajdhani Medium" panose="02000000000000000000" pitchFamily="2" charset="0"/>
              </a:rPr>
              <a:t>.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cs typeface="Rajdhani Medium" panose="02000000000000000000" pitchFamily="2" charset="0"/>
              </a:rPr>
              <a:t>Ut </a:t>
            </a:r>
            <a:r>
              <a:rPr lang="en-US" sz="1600" dirty="0" err="1">
                <a:cs typeface="Rajdhani Medium" panose="02000000000000000000" pitchFamily="2" charset="0"/>
              </a:rPr>
              <a:t>enim</a:t>
            </a:r>
            <a:r>
              <a:rPr lang="en-US" sz="1600" dirty="0">
                <a:cs typeface="Rajdhani Medium" panose="02000000000000000000" pitchFamily="2" charset="0"/>
              </a:rPr>
              <a:t> ad </a:t>
            </a:r>
            <a:r>
              <a:rPr lang="en-US" sz="1600" b="1" u="sng" dirty="0">
                <a:solidFill>
                  <a:schemeClr val="accent2"/>
                </a:solidFill>
                <a:cs typeface="Rajdhani Medium" panose="02000000000000000000" pitchFamily="2" charset="0"/>
              </a:rPr>
              <a:t>link</a:t>
            </a:r>
            <a:r>
              <a:rPr lang="en-US" sz="1600" dirty="0">
                <a:cs typeface="Rajdhani Medium" panose="02000000000000000000" pitchFamily="2" charset="0"/>
              </a:rPr>
              <a:t>, </a:t>
            </a:r>
            <a:r>
              <a:rPr lang="en-US" sz="1600" dirty="0" err="1">
                <a:cs typeface="Rajdhani Medium" panose="02000000000000000000" pitchFamily="2" charset="0"/>
              </a:rPr>
              <a:t>quis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nostrud</a:t>
            </a:r>
            <a:endParaRPr lang="en-US" sz="1600" dirty="0">
              <a:cs typeface="Rajdhani Medium" panose="02000000000000000000" pitchFamily="2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cs typeface="Rajdhani Medium" panose="02000000000000000000" pitchFamily="2" charset="0"/>
              </a:rPr>
              <a:t>exercitation </a:t>
            </a:r>
            <a:r>
              <a:rPr lang="en-US" sz="1600" dirty="0" err="1">
                <a:cs typeface="Rajdhani Medium" panose="02000000000000000000" pitchFamily="2" charset="0"/>
              </a:rPr>
              <a:t>ullamco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laboris</a:t>
            </a:r>
            <a:r>
              <a:rPr lang="en-US" sz="1600" dirty="0">
                <a:cs typeface="Rajdhani Medium" panose="02000000000000000000" pitchFamily="2" charset="0"/>
              </a:rPr>
              <a:t> nisi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cs typeface="Rajdhani Medium" panose="02000000000000000000" pitchFamily="2" charset="0"/>
              </a:rPr>
              <a:t>ut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aliquip</a:t>
            </a:r>
            <a:r>
              <a:rPr lang="en-US" sz="1600" dirty="0">
                <a:cs typeface="Rajdhani Medium" panose="02000000000000000000" pitchFamily="2" charset="0"/>
              </a:rPr>
              <a:t> ex </a:t>
            </a:r>
            <a:r>
              <a:rPr lang="en-US" sz="1600" dirty="0" err="1">
                <a:cs typeface="Rajdhani Medium" panose="02000000000000000000" pitchFamily="2" charset="0"/>
              </a:rPr>
              <a:t>ea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commodo</a:t>
            </a:r>
            <a:r>
              <a:rPr lang="en-US" sz="1600" dirty="0"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cs typeface="Rajdhani Medium" panose="02000000000000000000" pitchFamily="2" charset="0"/>
              </a:rPr>
              <a:t>consequat</a:t>
            </a:r>
            <a:r>
              <a:rPr lang="en-US" sz="1600" dirty="0">
                <a:cs typeface="Rajdhani Medium" panose="02000000000000000000" pitchFamily="2" charset="0"/>
              </a:rPr>
              <a:t>.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9191B019-D12A-3CBB-7795-76245BD52C17}"/>
              </a:ext>
            </a:extLst>
          </p:cNvPr>
          <p:cNvSpPr txBox="1"/>
          <p:nvPr/>
        </p:nvSpPr>
        <p:spPr>
          <a:xfrm>
            <a:off x="1545022" y="354597"/>
            <a:ext cx="9056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accent1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40765669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E4350996-F8EA-BB6F-E4D5-1FF065B71317}"/>
              </a:ext>
            </a:extLst>
          </p:cNvPr>
          <p:cNvSpPr txBox="1"/>
          <p:nvPr/>
        </p:nvSpPr>
        <p:spPr>
          <a:xfrm>
            <a:off x="6819901" y="1443469"/>
            <a:ext cx="4438945" cy="2274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2"/>
                </a:solidFill>
                <a:cs typeface="Rajdhani Medium" panose="02000000000000000000" pitchFamily="2" charset="0"/>
              </a:rPr>
              <a:t>Lorem ipsum dolor sit </a:t>
            </a:r>
            <a:r>
              <a:rPr lang="en-US" sz="1600" dirty="0" err="1">
                <a:solidFill>
                  <a:schemeClr val="bg2"/>
                </a:solidFill>
                <a:cs typeface="Rajdhani Medium" panose="02000000000000000000" pitchFamily="2" charset="0"/>
              </a:rPr>
              <a:t>amet</a:t>
            </a:r>
            <a:r>
              <a:rPr lang="en-US" sz="1600" dirty="0">
                <a:solidFill>
                  <a:schemeClr val="bg2"/>
                </a:solidFill>
                <a:cs typeface="Rajdhani Medium" panose="02000000000000000000" pitchFamily="2" charset="0"/>
              </a:rPr>
              <a:t>, </a:t>
            </a:r>
            <a:r>
              <a:rPr lang="en-US" sz="1600" dirty="0" err="1">
                <a:solidFill>
                  <a:schemeClr val="bg2"/>
                </a:solidFill>
                <a:cs typeface="Rajdhani Medium" panose="02000000000000000000" pitchFamily="2" charset="0"/>
              </a:rPr>
              <a:t>consectetur</a:t>
            </a:r>
            <a:r>
              <a:rPr lang="en-US" sz="1600" dirty="0">
                <a:solidFill>
                  <a:schemeClr val="bg2"/>
                </a:solidFill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2"/>
                </a:solidFill>
                <a:cs typeface="Rajdhani Medium" panose="02000000000000000000" pitchFamily="2" charset="0"/>
              </a:rPr>
              <a:t>adipiscing</a:t>
            </a:r>
            <a:r>
              <a:rPr lang="en-US" sz="1600" dirty="0">
                <a:solidFill>
                  <a:schemeClr val="bg2"/>
                </a:solidFill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2"/>
                </a:solidFill>
                <a:cs typeface="Rajdhani Medium" panose="02000000000000000000" pitchFamily="2" charset="0"/>
              </a:rPr>
              <a:t>elit</a:t>
            </a:r>
            <a:r>
              <a:rPr lang="en-US" sz="1600" dirty="0">
                <a:solidFill>
                  <a:schemeClr val="bg2"/>
                </a:solidFill>
                <a:cs typeface="Rajdhani Medium" panose="02000000000000000000" pitchFamily="2" charset="0"/>
              </a:rPr>
              <a:t>, sed do </a:t>
            </a:r>
            <a:r>
              <a:rPr lang="en-US" sz="1600" dirty="0" err="1">
                <a:solidFill>
                  <a:schemeClr val="bg2"/>
                </a:solidFill>
                <a:cs typeface="Rajdhani Medium" panose="02000000000000000000" pitchFamily="2" charset="0"/>
              </a:rPr>
              <a:t>eiusmod</a:t>
            </a:r>
            <a:r>
              <a:rPr lang="en-US" sz="1600" dirty="0">
                <a:solidFill>
                  <a:schemeClr val="bg2"/>
                </a:solidFill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2"/>
                </a:solidFill>
                <a:cs typeface="Rajdhani Medium" panose="02000000000000000000" pitchFamily="2" charset="0"/>
              </a:rPr>
              <a:t>tempor</a:t>
            </a:r>
            <a:r>
              <a:rPr lang="en-US" sz="1600" dirty="0">
                <a:solidFill>
                  <a:schemeClr val="bg2"/>
                </a:solidFill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2"/>
                </a:solidFill>
                <a:cs typeface="Rajdhani Medium" panose="02000000000000000000" pitchFamily="2" charset="0"/>
              </a:rPr>
              <a:t>incididunt</a:t>
            </a:r>
            <a:r>
              <a:rPr lang="en-US" sz="1600" dirty="0">
                <a:solidFill>
                  <a:schemeClr val="bg2"/>
                </a:solidFill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2"/>
                </a:solidFill>
                <a:cs typeface="Rajdhani Medium" panose="02000000000000000000" pitchFamily="2" charset="0"/>
              </a:rPr>
              <a:t>ut</a:t>
            </a:r>
            <a:r>
              <a:rPr lang="en-US" sz="1600" dirty="0">
                <a:solidFill>
                  <a:schemeClr val="bg2"/>
                </a:solidFill>
                <a:cs typeface="Rajdhani Medium" panose="02000000000000000000" pitchFamily="2" charset="0"/>
              </a:rPr>
              <a:t> labore et dolore magna </a:t>
            </a:r>
            <a:r>
              <a:rPr lang="en-US" sz="1600" dirty="0" err="1">
                <a:solidFill>
                  <a:schemeClr val="bg2"/>
                </a:solidFill>
                <a:cs typeface="Rajdhani Medium" panose="02000000000000000000" pitchFamily="2" charset="0"/>
              </a:rPr>
              <a:t>aliqua</a:t>
            </a:r>
            <a:r>
              <a:rPr lang="en-US" sz="1600" dirty="0">
                <a:solidFill>
                  <a:schemeClr val="bg2"/>
                </a:solidFill>
                <a:cs typeface="Rajdhani Medium" panose="02000000000000000000" pitchFamily="2" charset="0"/>
              </a:rPr>
              <a:t>. Ut </a:t>
            </a:r>
            <a:r>
              <a:rPr lang="en-US" sz="1600" dirty="0" err="1">
                <a:solidFill>
                  <a:schemeClr val="bg2"/>
                </a:solidFill>
                <a:cs typeface="Rajdhani Medium" panose="02000000000000000000" pitchFamily="2" charset="0"/>
              </a:rPr>
              <a:t>enim</a:t>
            </a:r>
            <a:r>
              <a:rPr lang="en-US" sz="1600" dirty="0">
                <a:solidFill>
                  <a:schemeClr val="bg2"/>
                </a:solidFill>
                <a:cs typeface="Rajdhani Medium" panose="02000000000000000000" pitchFamily="2" charset="0"/>
              </a:rPr>
              <a:t> ad minim </a:t>
            </a:r>
            <a:r>
              <a:rPr lang="en-US" sz="1600" dirty="0" err="1">
                <a:solidFill>
                  <a:schemeClr val="bg2"/>
                </a:solidFill>
                <a:cs typeface="Rajdhani Medium" panose="02000000000000000000" pitchFamily="2" charset="0"/>
              </a:rPr>
              <a:t>veniam</a:t>
            </a:r>
            <a:r>
              <a:rPr lang="en-US" sz="1600" dirty="0">
                <a:solidFill>
                  <a:schemeClr val="bg2"/>
                </a:solidFill>
                <a:cs typeface="Rajdhani Medium" panose="02000000000000000000" pitchFamily="2" charset="0"/>
              </a:rPr>
              <a:t>, </a:t>
            </a:r>
            <a:r>
              <a:rPr lang="en-US" sz="1600" dirty="0" err="1">
                <a:solidFill>
                  <a:schemeClr val="bg2"/>
                </a:solidFill>
                <a:cs typeface="Rajdhani Medium" panose="02000000000000000000" pitchFamily="2" charset="0"/>
              </a:rPr>
              <a:t>quis</a:t>
            </a:r>
            <a:r>
              <a:rPr lang="en-US" sz="1600" dirty="0">
                <a:solidFill>
                  <a:schemeClr val="bg2"/>
                </a:solidFill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2"/>
                </a:solidFill>
                <a:cs typeface="Rajdhani Medium" panose="02000000000000000000" pitchFamily="2" charset="0"/>
              </a:rPr>
              <a:t>nostrud</a:t>
            </a:r>
            <a:r>
              <a:rPr lang="en-US" sz="1600" dirty="0">
                <a:solidFill>
                  <a:schemeClr val="bg2"/>
                </a:solidFill>
                <a:cs typeface="Rajdhani Medium" panose="02000000000000000000" pitchFamily="2" charset="0"/>
              </a:rPr>
              <a:t> exercitation </a:t>
            </a:r>
            <a:r>
              <a:rPr lang="en-US" sz="1600" dirty="0" err="1">
                <a:solidFill>
                  <a:schemeClr val="bg2"/>
                </a:solidFill>
                <a:cs typeface="Rajdhani Medium" panose="02000000000000000000" pitchFamily="2" charset="0"/>
              </a:rPr>
              <a:t>ullamco</a:t>
            </a:r>
            <a:r>
              <a:rPr lang="en-US" sz="1600" dirty="0">
                <a:solidFill>
                  <a:schemeClr val="bg2"/>
                </a:solidFill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2"/>
                </a:solidFill>
                <a:cs typeface="Rajdhani Medium" panose="02000000000000000000" pitchFamily="2" charset="0"/>
              </a:rPr>
              <a:t>laboris</a:t>
            </a:r>
            <a:r>
              <a:rPr lang="en-US" sz="1600" dirty="0">
                <a:solidFill>
                  <a:schemeClr val="bg2"/>
                </a:solidFill>
                <a:cs typeface="Rajdhani Medium" panose="02000000000000000000" pitchFamily="2" charset="0"/>
              </a:rPr>
              <a:t> nisi </a:t>
            </a:r>
            <a:r>
              <a:rPr lang="en-US" sz="1600" dirty="0" err="1">
                <a:solidFill>
                  <a:schemeClr val="bg2"/>
                </a:solidFill>
                <a:cs typeface="Rajdhani Medium" panose="02000000000000000000" pitchFamily="2" charset="0"/>
              </a:rPr>
              <a:t>ut</a:t>
            </a:r>
            <a:r>
              <a:rPr lang="en-US" sz="1600" dirty="0">
                <a:solidFill>
                  <a:schemeClr val="bg2"/>
                </a:solidFill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2"/>
                </a:solidFill>
                <a:cs typeface="Rajdhani Medium" panose="02000000000000000000" pitchFamily="2" charset="0"/>
              </a:rPr>
              <a:t>aliquip</a:t>
            </a:r>
            <a:r>
              <a:rPr lang="en-US" sz="1600" dirty="0">
                <a:solidFill>
                  <a:schemeClr val="bg2"/>
                </a:solidFill>
                <a:cs typeface="Rajdhani Medium" panose="02000000000000000000" pitchFamily="2" charset="0"/>
              </a:rPr>
              <a:t> ex </a:t>
            </a:r>
            <a:r>
              <a:rPr lang="en-US" sz="1600" dirty="0" err="1">
                <a:solidFill>
                  <a:schemeClr val="bg2"/>
                </a:solidFill>
                <a:cs typeface="Rajdhani Medium" panose="02000000000000000000" pitchFamily="2" charset="0"/>
              </a:rPr>
              <a:t>ea</a:t>
            </a:r>
            <a:r>
              <a:rPr lang="en-US" sz="1600" dirty="0">
                <a:solidFill>
                  <a:schemeClr val="bg2"/>
                </a:solidFill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2"/>
                </a:solidFill>
                <a:cs typeface="Rajdhani Medium" panose="02000000000000000000" pitchFamily="2" charset="0"/>
              </a:rPr>
              <a:t>commodo</a:t>
            </a:r>
            <a:r>
              <a:rPr lang="en-US" sz="1600" dirty="0">
                <a:solidFill>
                  <a:schemeClr val="bg2"/>
                </a:solidFill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2"/>
                </a:solidFill>
                <a:cs typeface="Rajdhani Medium" panose="02000000000000000000" pitchFamily="2" charset="0"/>
              </a:rPr>
              <a:t>consequat</a:t>
            </a:r>
            <a:r>
              <a:rPr lang="en-US" sz="1600" dirty="0">
                <a:solidFill>
                  <a:schemeClr val="bg2"/>
                </a:solidFill>
                <a:cs typeface="Rajdhani Medium" panose="02000000000000000000" pitchFamily="2" charset="0"/>
              </a:rPr>
              <a:t>.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2F650B7-D2A2-0BA9-6F1E-023B2D055BAE}"/>
              </a:ext>
            </a:extLst>
          </p:cNvPr>
          <p:cNvSpPr txBox="1"/>
          <p:nvPr/>
        </p:nvSpPr>
        <p:spPr>
          <a:xfrm>
            <a:off x="6819901" y="3936971"/>
            <a:ext cx="4962524" cy="2261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  <a:cs typeface="Rajdhani Medium" panose="02000000000000000000" pitchFamily="2" charset="0"/>
              </a:rPr>
              <a:t>Lorem ipsum dolor sit </a:t>
            </a:r>
            <a:r>
              <a:rPr lang="en-US" sz="1600" b="1" dirty="0" err="1">
                <a:solidFill>
                  <a:schemeClr val="bg2"/>
                </a:solidFill>
                <a:cs typeface="Rajdhani Medium" panose="02000000000000000000" pitchFamily="2" charset="0"/>
              </a:rPr>
              <a:t>amet</a:t>
            </a:r>
            <a:r>
              <a:rPr lang="en-US" sz="1600" dirty="0">
                <a:solidFill>
                  <a:schemeClr val="bg2"/>
                </a:solidFill>
                <a:cs typeface="Rajdhani Medium" panose="02000000000000000000" pitchFamily="2" charset="0"/>
              </a:rPr>
              <a:t>, </a:t>
            </a:r>
            <a:r>
              <a:rPr lang="en-US" sz="1600" dirty="0" err="1">
                <a:solidFill>
                  <a:schemeClr val="bg2"/>
                </a:solidFill>
                <a:cs typeface="Rajdhani Medium" panose="02000000000000000000" pitchFamily="2" charset="0"/>
              </a:rPr>
              <a:t>consectetur</a:t>
            </a:r>
            <a:endParaRPr lang="en-US" sz="1600" dirty="0">
              <a:solidFill>
                <a:schemeClr val="bg2"/>
              </a:solidFill>
              <a:cs typeface="Rajdhani Medium" panose="02000000000000000000" pitchFamily="2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2"/>
                </a:solidFill>
                <a:cs typeface="Rajdhani Medium" panose="02000000000000000000" pitchFamily="2" charset="0"/>
              </a:rPr>
              <a:t>adipiscing</a:t>
            </a:r>
            <a:r>
              <a:rPr lang="en-US" sz="1600" dirty="0">
                <a:solidFill>
                  <a:schemeClr val="bg2"/>
                </a:solidFill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2"/>
                </a:solidFill>
                <a:cs typeface="Rajdhani Medium" panose="02000000000000000000" pitchFamily="2" charset="0"/>
              </a:rPr>
              <a:t>elit</a:t>
            </a:r>
            <a:r>
              <a:rPr lang="en-US" sz="1600" dirty="0">
                <a:solidFill>
                  <a:schemeClr val="bg2"/>
                </a:solidFill>
                <a:cs typeface="Rajdhani Medium" panose="02000000000000000000" pitchFamily="2" charset="0"/>
              </a:rPr>
              <a:t>, sed do </a:t>
            </a:r>
            <a:r>
              <a:rPr lang="en-US" sz="1600" dirty="0" err="1">
                <a:solidFill>
                  <a:schemeClr val="bg2"/>
                </a:solidFill>
                <a:cs typeface="Rajdhani Medium" panose="02000000000000000000" pitchFamily="2" charset="0"/>
              </a:rPr>
              <a:t>eiusmod</a:t>
            </a:r>
            <a:r>
              <a:rPr lang="en-US" sz="1600" dirty="0">
                <a:solidFill>
                  <a:schemeClr val="bg2"/>
                </a:solidFill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2"/>
                </a:solidFill>
                <a:cs typeface="Rajdhani Medium" panose="02000000000000000000" pitchFamily="2" charset="0"/>
              </a:rPr>
              <a:t>tempor</a:t>
            </a:r>
            <a:endParaRPr lang="en-US" sz="1600" dirty="0">
              <a:solidFill>
                <a:schemeClr val="bg2"/>
              </a:solidFill>
              <a:cs typeface="Rajdhani Medium" panose="020000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2"/>
                </a:solidFill>
                <a:cs typeface="Rajdhani Medium" panose="02000000000000000000" pitchFamily="2" charset="0"/>
              </a:rPr>
              <a:t>incididunt</a:t>
            </a:r>
            <a:r>
              <a:rPr lang="en-US" sz="1600" dirty="0">
                <a:solidFill>
                  <a:schemeClr val="bg2"/>
                </a:solidFill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2"/>
                </a:solidFill>
                <a:cs typeface="Rajdhani Medium" panose="02000000000000000000" pitchFamily="2" charset="0"/>
              </a:rPr>
              <a:t>ut</a:t>
            </a:r>
            <a:r>
              <a:rPr lang="en-US" sz="1600" dirty="0">
                <a:solidFill>
                  <a:schemeClr val="bg2"/>
                </a:solidFill>
                <a:cs typeface="Rajdhani Medium" panose="02000000000000000000" pitchFamily="2" charset="0"/>
              </a:rPr>
              <a:t> </a:t>
            </a:r>
            <a:r>
              <a:rPr lang="en-US" sz="1600" i="1" dirty="0">
                <a:solidFill>
                  <a:schemeClr val="bg2"/>
                </a:solidFill>
                <a:cs typeface="Rajdhani Medium" panose="02000000000000000000" pitchFamily="2" charset="0"/>
              </a:rPr>
              <a:t>labore</a:t>
            </a:r>
            <a:r>
              <a:rPr lang="en-US" sz="1600" dirty="0">
                <a:solidFill>
                  <a:schemeClr val="bg2"/>
                </a:solidFill>
                <a:cs typeface="Rajdhani Medium" panose="02000000000000000000" pitchFamily="2" charset="0"/>
              </a:rPr>
              <a:t> et dolore magna </a:t>
            </a:r>
            <a:r>
              <a:rPr lang="en-US" sz="1600" dirty="0" err="1">
                <a:solidFill>
                  <a:schemeClr val="bg2"/>
                </a:solidFill>
                <a:cs typeface="Rajdhani Medium" panose="02000000000000000000" pitchFamily="2" charset="0"/>
              </a:rPr>
              <a:t>aliqua</a:t>
            </a:r>
            <a:r>
              <a:rPr lang="en-US" sz="1600" dirty="0">
                <a:solidFill>
                  <a:schemeClr val="bg2"/>
                </a:solidFill>
                <a:cs typeface="Rajdhani Medium" panose="02000000000000000000" pitchFamily="2" charset="0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  <a:cs typeface="Rajdhani Medium" panose="02000000000000000000" pitchFamily="2" charset="0"/>
              </a:rPr>
              <a:t>Ut </a:t>
            </a:r>
            <a:r>
              <a:rPr lang="en-US" sz="1600" dirty="0" err="1">
                <a:solidFill>
                  <a:schemeClr val="bg2"/>
                </a:solidFill>
                <a:cs typeface="Rajdhani Medium" panose="02000000000000000000" pitchFamily="2" charset="0"/>
              </a:rPr>
              <a:t>enim</a:t>
            </a:r>
            <a:r>
              <a:rPr lang="en-US" sz="1600" dirty="0">
                <a:solidFill>
                  <a:schemeClr val="bg2"/>
                </a:solidFill>
                <a:cs typeface="Rajdhani Medium" panose="02000000000000000000" pitchFamily="2" charset="0"/>
              </a:rPr>
              <a:t> ad </a:t>
            </a:r>
            <a:r>
              <a:rPr lang="en-US" sz="1600" b="1" u="sng" dirty="0">
                <a:solidFill>
                  <a:schemeClr val="bg1"/>
                </a:solidFill>
                <a:cs typeface="Rajdhani Medium" panose="02000000000000000000" pitchFamily="2" charset="0"/>
              </a:rPr>
              <a:t>link</a:t>
            </a:r>
            <a:r>
              <a:rPr lang="en-US" sz="1600" dirty="0">
                <a:solidFill>
                  <a:schemeClr val="bg2"/>
                </a:solidFill>
                <a:cs typeface="Rajdhani Medium" panose="02000000000000000000" pitchFamily="2" charset="0"/>
              </a:rPr>
              <a:t>, </a:t>
            </a:r>
            <a:r>
              <a:rPr lang="en-US" sz="1600" dirty="0" err="1">
                <a:solidFill>
                  <a:schemeClr val="bg2"/>
                </a:solidFill>
                <a:cs typeface="Rajdhani Medium" panose="02000000000000000000" pitchFamily="2" charset="0"/>
              </a:rPr>
              <a:t>quis</a:t>
            </a:r>
            <a:r>
              <a:rPr lang="en-US" sz="1600" dirty="0">
                <a:solidFill>
                  <a:schemeClr val="bg2"/>
                </a:solidFill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2"/>
                </a:solidFill>
                <a:cs typeface="Rajdhani Medium" panose="02000000000000000000" pitchFamily="2" charset="0"/>
              </a:rPr>
              <a:t>nostrud</a:t>
            </a:r>
            <a:endParaRPr lang="en-US" sz="1600" dirty="0">
              <a:solidFill>
                <a:schemeClr val="bg2"/>
              </a:solidFill>
              <a:cs typeface="Rajdhani Medium" panose="020000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  <a:cs typeface="Rajdhani Medium" panose="02000000000000000000" pitchFamily="2" charset="0"/>
              </a:rPr>
              <a:t>exercitation </a:t>
            </a:r>
            <a:r>
              <a:rPr lang="en-US" sz="1600" dirty="0" err="1">
                <a:solidFill>
                  <a:schemeClr val="bg2"/>
                </a:solidFill>
                <a:cs typeface="Rajdhani Medium" panose="02000000000000000000" pitchFamily="2" charset="0"/>
              </a:rPr>
              <a:t>ullamco</a:t>
            </a:r>
            <a:r>
              <a:rPr lang="en-US" sz="1600" dirty="0">
                <a:solidFill>
                  <a:schemeClr val="bg2"/>
                </a:solidFill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2"/>
                </a:solidFill>
                <a:cs typeface="Rajdhani Medium" panose="02000000000000000000" pitchFamily="2" charset="0"/>
              </a:rPr>
              <a:t>laboris</a:t>
            </a:r>
            <a:r>
              <a:rPr lang="en-US" sz="1600" dirty="0">
                <a:solidFill>
                  <a:schemeClr val="bg2"/>
                </a:solidFill>
                <a:cs typeface="Rajdhani Medium" panose="02000000000000000000" pitchFamily="2" charset="0"/>
              </a:rPr>
              <a:t> nisi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2"/>
                </a:solidFill>
                <a:cs typeface="Rajdhani Medium" panose="02000000000000000000" pitchFamily="2" charset="0"/>
              </a:rPr>
              <a:t>ut</a:t>
            </a:r>
            <a:r>
              <a:rPr lang="en-US" sz="1600" dirty="0">
                <a:solidFill>
                  <a:schemeClr val="bg2"/>
                </a:solidFill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2"/>
                </a:solidFill>
                <a:cs typeface="Rajdhani Medium" panose="02000000000000000000" pitchFamily="2" charset="0"/>
              </a:rPr>
              <a:t>aliquip</a:t>
            </a:r>
            <a:r>
              <a:rPr lang="en-US" sz="1600" dirty="0">
                <a:solidFill>
                  <a:schemeClr val="bg2"/>
                </a:solidFill>
                <a:cs typeface="Rajdhani Medium" panose="02000000000000000000" pitchFamily="2" charset="0"/>
              </a:rPr>
              <a:t> ex </a:t>
            </a:r>
            <a:r>
              <a:rPr lang="en-US" sz="1600" dirty="0" err="1">
                <a:solidFill>
                  <a:schemeClr val="bg2"/>
                </a:solidFill>
                <a:cs typeface="Rajdhani Medium" panose="02000000000000000000" pitchFamily="2" charset="0"/>
              </a:rPr>
              <a:t>ea</a:t>
            </a:r>
            <a:r>
              <a:rPr lang="en-US" sz="1600" dirty="0">
                <a:solidFill>
                  <a:schemeClr val="bg2"/>
                </a:solidFill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2"/>
                </a:solidFill>
                <a:cs typeface="Rajdhani Medium" panose="02000000000000000000" pitchFamily="2" charset="0"/>
              </a:rPr>
              <a:t>commodo</a:t>
            </a:r>
            <a:r>
              <a:rPr lang="en-US" sz="1600" dirty="0">
                <a:solidFill>
                  <a:schemeClr val="bg2"/>
                </a:solidFill>
                <a:cs typeface="Rajdhani Medium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2"/>
                </a:solidFill>
                <a:cs typeface="Rajdhani Medium" panose="02000000000000000000" pitchFamily="2" charset="0"/>
              </a:rPr>
              <a:t>consequat</a:t>
            </a:r>
            <a:r>
              <a:rPr lang="en-US" sz="1600" dirty="0">
                <a:solidFill>
                  <a:schemeClr val="bg2"/>
                </a:solidFill>
                <a:cs typeface="Rajdhani Medium" panose="02000000000000000000" pitchFamily="2" charset="0"/>
              </a:rPr>
              <a:t>.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07C03CCE-CB69-BC06-0F44-2A16A4E18F0F}"/>
              </a:ext>
            </a:extLst>
          </p:cNvPr>
          <p:cNvSpPr txBox="1"/>
          <p:nvPr/>
        </p:nvSpPr>
        <p:spPr>
          <a:xfrm>
            <a:off x="1545022" y="354597"/>
            <a:ext cx="9056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solidFill>
                  <a:schemeClr val="bg2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8375748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798D8135-A230-9120-ADD4-40AC47BCFE97}"/>
              </a:ext>
            </a:extLst>
          </p:cNvPr>
          <p:cNvSpPr txBox="1"/>
          <p:nvPr/>
        </p:nvSpPr>
        <p:spPr>
          <a:xfrm>
            <a:off x="1545021" y="354597"/>
            <a:ext cx="100426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accent1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05270813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3A5D3EAB-A806-724D-22B7-4233BCB48C5E}"/>
              </a:ext>
            </a:extLst>
          </p:cNvPr>
          <p:cNvSpPr txBox="1"/>
          <p:nvPr/>
        </p:nvSpPr>
        <p:spPr>
          <a:xfrm>
            <a:off x="819150" y="5709721"/>
            <a:ext cx="4952999" cy="623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200" dirty="0">
                <a:cs typeface="Rajdhani Medium" panose="02000000000000000000" pitchFamily="2" charset="0"/>
              </a:rPr>
              <a:t>Lorem ipsum dolor sit </a:t>
            </a:r>
            <a:r>
              <a:rPr lang="en-US" sz="1200" dirty="0" err="1">
                <a:cs typeface="Rajdhani Medium" panose="02000000000000000000" pitchFamily="2" charset="0"/>
              </a:rPr>
              <a:t>amet</a:t>
            </a:r>
            <a:r>
              <a:rPr lang="en-US" sz="1200" dirty="0">
                <a:cs typeface="Rajdhani Medium" panose="02000000000000000000" pitchFamily="2" charset="0"/>
              </a:rPr>
              <a:t>, </a:t>
            </a:r>
            <a:r>
              <a:rPr lang="en-US" sz="1200" dirty="0" err="1">
                <a:cs typeface="Rajdhani Medium" panose="02000000000000000000" pitchFamily="2" charset="0"/>
              </a:rPr>
              <a:t>consectetur</a:t>
            </a:r>
            <a:r>
              <a:rPr lang="en-US" sz="1200" dirty="0">
                <a:cs typeface="Rajdhani Medium" panose="02000000000000000000" pitchFamily="2" charset="0"/>
              </a:rPr>
              <a:t> </a:t>
            </a:r>
            <a:r>
              <a:rPr lang="en-US" sz="1200" dirty="0" err="1">
                <a:cs typeface="Rajdhani Medium" panose="02000000000000000000" pitchFamily="2" charset="0"/>
              </a:rPr>
              <a:t>adipiscing</a:t>
            </a:r>
            <a:r>
              <a:rPr lang="en-US" sz="1200" dirty="0">
                <a:cs typeface="Rajdhani Medium" panose="02000000000000000000" pitchFamily="2" charset="0"/>
              </a:rPr>
              <a:t> </a:t>
            </a:r>
            <a:r>
              <a:rPr lang="en-US" sz="1200" dirty="0" err="1">
                <a:cs typeface="Rajdhani Medium" panose="02000000000000000000" pitchFamily="2" charset="0"/>
              </a:rPr>
              <a:t>elit</a:t>
            </a:r>
            <a:r>
              <a:rPr lang="en-US" sz="1200" dirty="0">
                <a:cs typeface="Rajdhani Medium" panose="02000000000000000000" pitchFamily="2" charset="0"/>
              </a:rPr>
              <a:t>, sed do </a:t>
            </a:r>
            <a:r>
              <a:rPr lang="en-US" sz="1200" dirty="0" err="1">
                <a:cs typeface="Rajdhani Medium" panose="02000000000000000000" pitchFamily="2" charset="0"/>
              </a:rPr>
              <a:t>eiusmod</a:t>
            </a:r>
            <a:r>
              <a:rPr lang="en-US" sz="1200" dirty="0">
                <a:cs typeface="Rajdhani Medium" panose="02000000000000000000" pitchFamily="2" charset="0"/>
              </a:rPr>
              <a:t> </a:t>
            </a:r>
            <a:r>
              <a:rPr lang="en-US" sz="1200" dirty="0" err="1">
                <a:cs typeface="Rajdhani Medium" panose="02000000000000000000" pitchFamily="2" charset="0"/>
              </a:rPr>
              <a:t>tempor</a:t>
            </a:r>
            <a:r>
              <a:rPr lang="en-US" sz="1200" dirty="0">
                <a:cs typeface="Rajdhani Medium" panose="02000000000000000000" pitchFamily="2" charset="0"/>
              </a:rPr>
              <a:t> </a:t>
            </a:r>
            <a:r>
              <a:rPr lang="en-US" sz="1200" dirty="0" err="1">
                <a:cs typeface="Rajdhani Medium" panose="02000000000000000000" pitchFamily="2" charset="0"/>
              </a:rPr>
              <a:t>incididunt</a:t>
            </a:r>
            <a:r>
              <a:rPr lang="en-US" sz="1200" dirty="0">
                <a:cs typeface="Rajdhani Medium" panose="02000000000000000000" pitchFamily="2" charset="0"/>
              </a:rPr>
              <a:t> </a:t>
            </a:r>
            <a:r>
              <a:rPr lang="en-US" sz="1200" dirty="0" err="1">
                <a:cs typeface="Rajdhani Medium" panose="02000000000000000000" pitchFamily="2" charset="0"/>
              </a:rPr>
              <a:t>ut</a:t>
            </a:r>
            <a:r>
              <a:rPr lang="en-US" sz="1200" dirty="0">
                <a:cs typeface="Rajdhani Medium" panose="02000000000000000000" pitchFamily="2" charset="0"/>
              </a:rPr>
              <a:t> labore et dolore magna </a:t>
            </a:r>
            <a:r>
              <a:rPr lang="en-US" sz="1200" dirty="0" err="1">
                <a:cs typeface="Rajdhani Medium" panose="02000000000000000000" pitchFamily="2" charset="0"/>
              </a:rPr>
              <a:t>aliqua</a:t>
            </a:r>
            <a:r>
              <a:rPr lang="en-US" sz="1200" dirty="0">
                <a:cs typeface="Rajdhani Medium" panose="02000000000000000000" pitchFamily="2" charset="0"/>
              </a:rPr>
              <a:t>.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4E92E823-D11F-90EF-AD12-91A6D2D1F528}"/>
              </a:ext>
            </a:extLst>
          </p:cNvPr>
          <p:cNvSpPr txBox="1"/>
          <p:nvPr/>
        </p:nvSpPr>
        <p:spPr>
          <a:xfrm>
            <a:off x="6419853" y="5709721"/>
            <a:ext cx="4952999" cy="623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200" dirty="0">
                <a:cs typeface="Rajdhani Medium" panose="02000000000000000000" pitchFamily="2" charset="0"/>
              </a:rPr>
              <a:t>Lorem ipsum dolor sit </a:t>
            </a:r>
            <a:r>
              <a:rPr lang="en-US" sz="1200" dirty="0" err="1">
                <a:cs typeface="Rajdhani Medium" panose="02000000000000000000" pitchFamily="2" charset="0"/>
              </a:rPr>
              <a:t>amet</a:t>
            </a:r>
            <a:r>
              <a:rPr lang="en-US" sz="1200" dirty="0">
                <a:cs typeface="Rajdhani Medium" panose="02000000000000000000" pitchFamily="2" charset="0"/>
              </a:rPr>
              <a:t>, </a:t>
            </a:r>
            <a:r>
              <a:rPr lang="en-US" sz="1200" dirty="0" err="1">
                <a:cs typeface="Rajdhani Medium" panose="02000000000000000000" pitchFamily="2" charset="0"/>
              </a:rPr>
              <a:t>consectetur</a:t>
            </a:r>
            <a:r>
              <a:rPr lang="en-US" sz="1200" dirty="0">
                <a:cs typeface="Rajdhani Medium" panose="02000000000000000000" pitchFamily="2" charset="0"/>
              </a:rPr>
              <a:t> </a:t>
            </a:r>
            <a:r>
              <a:rPr lang="en-US" sz="1200" dirty="0" err="1">
                <a:cs typeface="Rajdhani Medium" panose="02000000000000000000" pitchFamily="2" charset="0"/>
              </a:rPr>
              <a:t>adipiscing</a:t>
            </a:r>
            <a:r>
              <a:rPr lang="en-US" sz="1200" dirty="0">
                <a:cs typeface="Rajdhani Medium" panose="02000000000000000000" pitchFamily="2" charset="0"/>
              </a:rPr>
              <a:t> </a:t>
            </a:r>
            <a:r>
              <a:rPr lang="en-US" sz="1200" dirty="0" err="1">
                <a:cs typeface="Rajdhani Medium" panose="02000000000000000000" pitchFamily="2" charset="0"/>
              </a:rPr>
              <a:t>elit</a:t>
            </a:r>
            <a:r>
              <a:rPr lang="en-US" sz="1200" dirty="0">
                <a:cs typeface="Rajdhani Medium" panose="02000000000000000000" pitchFamily="2" charset="0"/>
              </a:rPr>
              <a:t>, sed do </a:t>
            </a:r>
            <a:r>
              <a:rPr lang="en-US" sz="1200" dirty="0" err="1">
                <a:cs typeface="Rajdhani Medium" panose="02000000000000000000" pitchFamily="2" charset="0"/>
              </a:rPr>
              <a:t>eiusmod</a:t>
            </a:r>
            <a:r>
              <a:rPr lang="en-US" sz="1200" dirty="0">
                <a:cs typeface="Rajdhani Medium" panose="02000000000000000000" pitchFamily="2" charset="0"/>
              </a:rPr>
              <a:t> </a:t>
            </a:r>
            <a:r>
              <a:rPr lang="en-US" sz="1200" dirty="0" err="1">
                <a:cs typeface="Rajdhani Medium" panose="02000000000000000000" pitchFamily="2" charset="0"/>
              </a:rPr>
              <a:t>tempor</a:t>
            </a:r>
            <a:r>
              <a:rPr lang="en-US" sz="1200" dirty="0">
                <a:cs typeface="Rajdhani Medium" panose="02000000000000000000" pitchFamily="2" charset="0"/>
              </a:rPr>
              <a:t> </a:t>
            </a:r>
            <a:r>
              <a:rPr lang="en-US" sz="1200" dirty="0" err="1">
                <a:cs typeface="Rajdhani Medium" panose="02000000000000000000" pitchFamily="2" charset="0"/>
              </a:rPr>
              <a:t>incididunt</a:t>
            </a:r>
            <a:r>
              <a:rPr lang="en-US" sz="1200" dirty="0">
                <a:cs typeface="Rajdhani Medium" panose="02000000000000000000" pitchFamily="2" charset="0"/>
              </a:rPr>
              <a:t> </a:t>
            </a:r>
            <a:r>
              <a:rPr lang="en-US" sz="1200" dirty="0" err="1">
                <a:cs typeface="Rajdhani Medium" panose="02000000000000000000" pitchFamily="2" charset="0"/>
              </a:rPr>
              <a:t>ut</a:t>
            </a:r>
            <a:r>
              <a:rPr lang="en-US" sz="1200" dirty="0">
                <a:cs typeface="Rajdhani Medium" panose="02000000000000000000" pitchFamily="2" charset="0"/>
              </a:rPr>
              <a:t> labore et dolore magna </a:t>
            </a:r>
            <a:r>
              <a:rPr lang="en-US" sz="1200" dirty="0" err="1">
                <a:cs typeface="Rajdhani Medium" panose="02000000000000000000" pitchFamily="2" charset="0"/>
              </a:rPr>
              <a:t>aliqua</a:t>
            </a:r>
            <a:r>
              <a:rPr lang="en-US" sz="1200" dirty="0">
                <a:cs typeface="Rajdhani Medium" panose="02000000000000000000" pitchFamily="2" charset="0"/>
              </a:rPr>
              <a:t>.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47C95CFE-D7D4-9A84-B262-CB869DCF3651}"/>
              </a:ext>
            </a:extLst>
          </p:cNvPr>
          <p:cNvSpPr txBox="1"/>
          <p:nvPr/>
        </p:nvSpPr>
        <p:spPr>
          <a:xfrm>
            <a:off x="1545021" y="354597"/>
            <a:ext cx="100426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accent1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52266993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BB3CCD17-7F39-91D4-CC1A-C1289AE50194}"/>
              </a:ext>
            </a:extLst>
          </p:cNvPr>
          <p:cNvSpPr txBox="1"/>
          <p:nvPr/>
        </p:nvSpPr>
        <p:spPr>
          <a:xfrm>
            <a:off x="819150" y="5709721"/>
            <a:ext cx="10601325" cy="623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cs typeface="Rajdhani Medium" panose="02000000000000000000" pitchFamily="2" charset="0"/>
              </a:rPr>
              <a:t>Lorem ipsum dolor sit </a:t>
            </a:r>
            <a:r>
              <a:rPr lang="en-US" sz="1200" dirty="0" err="1">
                <a:cs typeface="Rajdhani Medium" panose="02000000000000000000" pitchFamily="2" charset="0"/>
              </a:rPr>
              <a:t>amet</a:t>
            </a:r>
            <a:r>
              <a:rPr lang="en-US" sz="1200" dirty="0">
                <a:cs typeface="Rajdhani Medium" panose="02000000000000000000" pitchFamily="2" charset="0"/>
              </a:rPr>
              <a:t>, </a:t>
            </a:r>
            <a:r>
              <a:rPr lang="en-US" sz="1200" dirty="0" err="1">
                <a:cs typeface="Rajdhani Medium" panose="02000000000000000000" pitchFamily="2" charset="0"/>
              </a:rPr>
              <a:t>consectetur</a:t>
            </a:r>
            <a:r>
              <a:rPr lang="en-US" sz="1200" dirty="0">
                <a:cs typeface="Rajdhani Medium" panose="02000000000000000000" pitchFamily="2" charset="0"/>
              </a:rPr>
              <a:t> </a:t>
            </a:r>
            <a:r>
              <a:rPr lang="en-US" sz="1200" dirty="0" err="1">
                <a:cs typeface="Rajdhani Medium" panose="02000000000000000000" pitchFamily="2" charset="0"/>
              </a:rPr>
              <a:t>adipiscing</a:t>
            </a:r>
            <a:r>
              <a:rPr lang="en-US" sz="1200" dirty="0">
                <a:cs typeface="Rajdhani Medium" panose="02000000000000000000" pitchFamily="2" charset="0"/>
              </a:rPr>
              <a:t> </a:t>
            </a:r>
            <a:r>
              <a:rPr lang="en-US" sz="1200" dirty="0" err="1">
                <a:cs typeface="Rajdhani Medium" panose="02000000000000000000" pitchFamily="2" charset="0"/>
              </a:rPr>
              <a:t>elit</a:t>
            </a:r>
            <a:r>
              <a:rPr lang="en-US" sz="1200" dirty="0">
                <a:cs typeface="Rajdhani Medium" panose="02000000000000000000" pitchFamily="2" charset="0"/>
              </a:rPr>
              <a:t>, sed do </a:t>
            </a:r>
            <a:r>
              <a:rPr lang="en-US" sz="1200" dirty="0" err="1">
                <a:cs typeface="Rajdhani Medium" panose="02000000000000000000" pitchFamily="2" charset="0"/>
              </a:rPr>
              <a:t>eiusmod</a:t>
            </a:r>
            <a:r>
              <a:rPr lang="en-US" sz="1200" dirty="0">
                <a:cs typeface="Rajdhani Medium" panose="02000000000000000000" pitchFamily="2" charset="0"/>
              </a:rPr>
              <a:t> </a:t>
            </a:r>
            <a:r>
              <a:rPr lang="en-US" sz="1200" dirty="0" err="1">
                <a:cs typeface="Rajdhani Medium" panose="02000000000000000000" pitchFamily="2" charset="0"/>
              </a:rPr>
              <a:t>tempor</a:t>
            </a:r>
            <a:r>
              <a:rPr lang="en-US" sz="1200" dirty="0">
                <a:cs typeface="Rajdhani Medium" panose="02000000000000000000" pitchFamily="2" charset="0"/>
              </a:rPr>
              <a:t> </a:t>
            </a:r>
            <a:r>
              <a:rPr lang="en-US" sz="1200" dirty="0" err="1">
                <a:cs typeface="Rajdhani Medium" panose="02000000000000000000" pitchFamily="2" charset="0"/>
              </a:rPr>
              <a:t>incididunt</a:t>
            </a:r>
            <a:r>
              <a:rPr lang="en-US" sz="1200" dirty="0">
                <a:cs typeface="Rajdhani Medium" panose="02000000000000000000" pitchFamily="2" charset="0"/>
              </a:rPr>
              <a:t> </a:t>
            </a:r>
            <a:r>
              <a:rPr lang="en-US" sz="1200" dirty="0" err="1">
                <a:cs typeface="Rajdhani Medium" panose="02000000000000000000" pitchFamily="2" charset="0"/>
              </a:rPr>
              <a:t>ut</a:t>
            </a:r>
            <a:r>
              <a:rPr lang="en-US" sz="1200" dirty="0">
                <a:cs typeface="Rajdhani Medium" panose="02000000000000000000" pitchFamily="2" charset="0"/>
              </a:rPr>
              <a:t> labore et dolore magna </a:t>
            </a:r>
            <a:r>
              <a:rPr lang="en-US" sz="1200" dirty="0" err="1">
                <a:cs typeface="Rajdhani Medium" panose="02000000000000000000" pitchFamily="2" charset="0"/>
              </a:rPr>
              <a:t>aliqua</a:t>
            </a:r>
            <a:r>
              <a:rPr lang="en-US" sz="1200" dirty="0">
                <a:cs typeface="Rajdhani Medium" panose="02000000000000000000" pitchFamily="2" charset="0"/>
              </a:rPr>
              <a:t>. Ut </a:t>
            </a:r>
            <a:r>
              <a:rPr lang="en-US" sz="1200" dirty="0" err="1">
                <a:cs typeface="Rajdhani Medium" panose="02000000000000000000" pitchFamily="2" charset="0"/>
              </a:rPr>
              <a:t>enim</a:t>
            </a:r>
            <a:r>
              <a:rPr lang="en-US" sz="1200" dirty="0">
                <a:cs typeface="Rajdhani Medium" panose="02000000000000000000" pitchFamily="2" charset="0"/>
              </a:rPr>
              <a:t> ad minim </a:t>
            </a:r>
            <a:r>
              <a:rPr lang="en-US" sz="1200" dirty="0" err="1">
                <a:cs typeface="Rajdhani Medium" panose="02000000000000000000" pitchFamily="2" charset="0"/>
              </a:rPr>
              <a:t>veniam</a:t>
            </a:r>
            <a:r>
              <a:rPr lang="en-US" sz="1200" dirty="0">
                <a:cs typeface="Rajdhani Medium" panose="02000000000000000000" pitchFamily="2" charset="0"/>
              </a:rPr>
              <a:t>, </a:t>
            </a:r>
            <a:r>
              <a:rPr lang="en-US" sz="1200" dirty="0" err="1">
                <a:cs typeface="Rajdhani Medium" panose="02000000000000000000" pitchFamily="2" charset="0"/>
              </a:rPr>
              <a:t>quis</a:t>
            </a:r>
            <a:r>
              <a:rPr lang="en-US" sz="1200" dirty="0">
                <a:cs typeface="Rajdhani Medium" panose="02000000000000000000" pitchFamily="2" charset="0"/>
              </a:rPr>
              <a:t> </a:t>
            </a:r>
            <a:r>
              <a:rPr lang="en-US" sz="1200" dirty="0" err="1">
                <a:cs typeface="Rajdhani Medium" panose="02000000000000000000" pitchFamily="2" charset="0"/>
              </a:rPr>
              <a:t>nostrud</a:t>
            </a:r>
            <a:r>
              <a:rPr lang="en-US" sz="1200" dirty="0">
                <a:cs typeface="Rajdhani Medium" panose="02000000000000000000" pitchFamily="2" charset="0"/>
              </a:rPr>
              <a:t> exercitation </a:t>
            </a:r>
            <a:r>
              <a:rPr lang="en-US" sz="1200" dirty="0" err="1">
                <a:cs typeface="Rajdhani Medium" panose="02000000000000000000" pitchFamily="2" charset="0"/>
              </a:rPr>
              <a:t>ullamco</a:t>
            </a:r>
            <a:r>
              <a:rPr lang="en-US" sz="1200" dirty="0">
                <a:cs typeface="Rajdhani Medium" panose="02000000000000000000" pitchFamily="2" charset="0"/>
              </a:rPr>
              <a:t> </a:t>
            </a:r>
            <a:r>
              <a:rPr lang="en-US" sz="1200" dirty="0" err="1">
                <a:cs typeface="Rajdhani Medium" panose="02000000000000000000" pitchFamily="2" charset="0"/>
              </a:rPr>
              <a:t>laboris</a:t>
            </a:r>
            <a:r>
              <a:rPr lang="en-US" sz="1200" dirty="0">
                <a:cs typeface="Rajdhani Medium" panose="02000000000000000000" pitchFamily="2" charset="0"/>
              </a:rPr>
              <a:t> nisi </a:t>
            </a:r>
            <a:r>
              <a:rPr lang="en-US" sz="1200" dirty="0" err="1">
                <a:cs typeface="Rajdhani Medium" panose="02000000000000000000" pitchFamily="2" charset="0"/>
              </a:rPr>
              <a:t>ut</a:t>
            </a:r>
            <a:r>
              <a:rPr lang="en-US" sz="1200" dirty="0">
                <a:cs typeface="Rajdhani Medium" panose="02000000000000000000" pitchFamily="2" charset="0"/>
              </a:rPr>
              <a:t> </a:t>
            </a:r>
            <a:r>
              <a:rPr lang="en-US" sz="1200" dirty="0" err="1">
                <a:cs typeface="Rajdhani Medium" panose="02000000000000000000" pitchFamily="2" charset="0"/>
              </a:rPr>
              <a:t>aliquip</a:t>
            </a:r>
            <a:r>
              <a:rPr lang="en-US" sz="1200" dirty="0">
                <a:cs typeface="Rajdhani Medium" panose="02000000000000000000" pitchFamily="2" charset="0"/>
              </a:rPr>
              <a:t> ex </a:t>
            </a:r>
            <a:r>
              <a:rPr lang="en-US" sz="1200" dirty="0" err="1">
                <a:cs typeface="Rajdhani Medium" panose="02000000000000000000" pitchFamily="2" charset="0"/>
              </a:rPr>
              <a:t>ea</a:t>
            </a:r>
            <a:r>
              <a:rPr lang="en-US" sz="1200" dirty="0">
                <a:cs typeface="Rajdhani Medium" panose="02000000000000000000" pitchFamily="2" charset="0"/>
              </a:rPr>
              <a:t> </a:t>
            </a:r>
            <a:r>
              <a:rPr lang="en-US" sz="1200" dirty="0" err="1">
                <a:cs typeface="Rajdhani Medium" panose="02000000000000000000" pitchFamily="2" charset="0"/>
              </a:rPr>
              <a:t>commodo</a:t>
            </a:r>
            <a:r>
              <a:rPr lang="en-US" sz="1200" dirty="0">
                <a:cs typeface="Rajdhani Medium" panose="02000000000000000000" pitchFamily="2" charset="0"/>
              </a:rPr>
              <a:t> </a:t>
            </a:r>
            <a:r>
              <a:rPr lang="en-US" sz="1200" dirty="0" err="1">
                <a:cs typeface="Rajdhani Medium" panose="02000000000000000000" pitchFamily="2" charset="0"/>
              </a:rPr>
              <a:t>consequat</a:t>
            </a:r>
            <a:r>
              <a:rPr lang="en-US" sz="1200" dirty="0">
                <a:cs typeface="Rajdhani Medium" panose="02000000000000000000" pitchFamily="2" charset="0"/>
              </a:rPr>
              <a:t>.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47237230-2387-1D5D-86A9-8ED4E8FC4037}"/>
              </a:ext>
            </a:extLst>
          </p:cNvPr>
          <p:cNvSpPr txBox="1"/>
          <p:nvPr/>
        </p:nvSpPr>
        <p:spPr>
          <a:xfrm>
            <a:off x="1545021" y="354597"/>
            <a:ext cx="100426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accent1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66954282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852889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F3C35A8F-E21A-8F7E-3082-B576ABEAE3A3}"/>
              </a:ext>
            </a:extLst>
          </p:cNvPr>
          <p:cNvSpPr txBox="1"/>
          <p:nvPr/>
        </p:nvSpPr>
        <p:spPr>
          <a:xfrm>
            <a:off x="819150" y="6081196"/>
            <a:ext cx="10601325" cy="623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>
                <a:cs typeface="Rajdhani Medium" panose="02000000000000000000" pitchFamily="2" charset="0"/>
              </a:rPr>
              <a:t>Lorem ipsum dolor sit </a:t>
            </a:r>
            <a:r>
              <a:rPr lang="en-US" sz="1200" dirty="0" err="1">
                <a:cs typeface="Rajdhani Medium" panose="02000000000000000000" pitchFamily="2" charset="0"/>
              </a:rPr>
              <a:t>amet</a:t>
            </a:r>
            <a:r>
              <a:rPr lang="en-US" sz="1200" dirty="0">
                <a:cs typeface="Rajdhani Medium" panose="02000000000000000000" pitchFamily="2" charset="0"/>
              </a:rPr>
              <a:t>, </a:t>
            </a:r>
            <a:r>
              <a:rPr lang="en-US" sz="1200" dirty="0" err="1">
                <a:cs typeface="Rajdhani Medium" panose="02000000000000000000" pitchFamily="2" charset="0"/>
              </a:rPr>
              <a:t>consectetur</a:t>
            </a:r>
            <a:r>
              <a:rPr lang="en-US" sz="1200" dirty="0">
                <a:cs typeface="Rajdhani Medium" panose="02000000000000000000" pitchFamily="2" charset="0"/>
              </a:rPr>
              <a:t> </a:t>
            </a:r>
            <a:r>
              <a:rPr lang="en-US" sz="1200" dirty="0" err="1">
                <a:cs typeface="Rajdhani Medium" panose="02000000000000000000" pitchFamily="2" charset="0"/>
              </a:rPr>
              <a:t>adipiscing</a:t>
            </a:r>
            <a:r>
              <a:rPr lang="en-US" sz="1200" dirty="0">
                <a:cs typeface="Rajdhani Medium" panose="02000000000000000000" pitchFamily="2" charset="0"/>
              </a:rPr>
              <a:t> </a:t>
            </a:r>
            <a:r>
              <a:rPr lang="en-US" sz="1200" dirty="0" err="1">
                <a:cs typeface="Rajdhani Medium" panose="02000000000000000000" pitchFamily="2" charset="0"/>
              </a:rPr>
              <a:t>elit</a:t>
            </a:r>
            <a:r>
              <a:rPr lang="en-US" sz="1200" dirty="0">
                <a:cs typeface="Rajdhani Medium" panose="02000000000000000000" pitchFamily="2" charset="0"/>
              </a:rPr>
              <a:t>, sed do </a:t>
            </a:r>
            <a:r>
              <a:rPr lang="en-US" sz="1200" dirty="0" err="1">
                <a:cs typeface="Rajdhani Medium" panose="02000000000000000000" pitchFamily="2" charset="0"/>
              </a:rPr>
              <a:t>eiusmod</a:t>
            </a:r>
            <a:r>
              <a:rPr lang="en-US" sz="1200" dirty="0">
                <a:cs typeface="Rajdhani Medium" panose="02000000000000000000" pitchFamily="2" charset="0"/>
              </a:rPr>
              <a:t> </a:t>
            </a:r>
            <a:r>
              <a:rPr lang="en-US" sz="1200" dirty="0" err="1">
                <a:cs typeface="Rajdhani Medium" panose="02000000000000000000" pitchFamily="2" charset="0"/>
              </a:rPr>
              <a:t>tempor</a:t>
            </a:r>
            <a:r>
              <a:rPr lang="en-US" sz="1200" dirty="0">
                <a:cs typeface="Rajdhani Medium" panose="02000000000000000000" pitchFamily="2" charset="0"/>
              </a:rPr>
              <a:t> </a:t>
            </a:r>
            <a:r>
              <a:rPr lang="en-US" sz="1200" dirty="0" err="1">
                <a:cs typeface="Rajdhani Medium" panose="02000000000000000000" pitchFamily="2" charset="0"/>
              </a:rPr>
              <a:t>incididunt</a:t>
            </a:r>
            <a:r>
              <a:rPr lang="en-US" sz="1200" dirty="0">
                <a:cs typeface="Rajdhani Medium" panose="02000000000000000000" pitchFamily="2" charset="0"/>
              </a:rPr>
              <a:t> </a:t>
            </a:r>
            <a:r>
              <a:rPr lang="en-US" sz="1200" dirty="0" err="1">
                <a:cs typeface="Rajdhani Medium" panose="02000000000000000000" pitchFamily="2" charset="0"/>
              </a:rPr>
              <a:t>ut</a:t>
            </a:r>
            <a:r>
              <a:rPr lang="en-US" sz="1200" dirty="0">
                <a:cs typeface="Rajdhani Medium" panose="02000000000000000000" pitchFamily="2" charset="0"/>
              </a:rPr>
              <a:t> labore et dolore magna </a:t>
            </a:r>
            <a:r>
              <a:rPr lang="en-US" sz="1200" dirty="0" err="1">
                <a:cs typeface="Rajdhani Medium" panose="02000000000000000000" pitchFamily="2" charset="0"/>
              </a:rPr>
              <a:t>aliqua</a:t>
            </a:r>
            <a:r>
              <a:rPr lang="en-US" sz="1200" dirty="0">
                <a:cs typeface="Rajdhani Medium" panose="02000000000000000000" pitchFamily="2" charset="0"/>
              </a:rPr>
              <a:t>. Ut </a:t>
            </a:r>
            <a:r>
              <a:rPr lang="en-US" sz="1200" dirty="0" err="1">
                <a:cs typeface="Rajdhani Medium" panose="02000000000000000000" pitchFamily="2" charset="0"/>
              </a:rPr>
              <a:t>enim</a:t>
            </a:r>
            <a:r>
              <a:rPr lang="en-US" sz="1200" dirty="0">
                <a:cs typeface="Rajdhani Medium" panose="02000000000000000000" pitchFamily="2" charset="0"/>
              </a:rPr>
              <a:t> ad minim </a:t>
            </a:r>
            <a:r>
              <a:rPr lang="en-US" sz="1200" dirty="0" err="1">
                <a:cs typeface="Rajdhani Medium" panose="02000000000000000000" pitchFamily="2" charset="0"/>
              </a:rPr>
              <a:t>veniam</a:t>
            </a:r>
            <a:r>
              <a:rPr lang="en-US" sz="1200" dirty="0">
                <a:cs typeface="Rajdhani Medium" panose="02000000000000000000" pitchFamily="2" charset="0"/>
              </a:rPr>
              <a:t>, </a:t>
            </a:r>
            <a:r>
              <a:rPr lang="en-US" sz="1200" dirty="0" err="1">
                <a:cs typeface="Rajdhani Medium" panose="02000000000000000000" pitchFamily="2" charset="0"/>
              </a:rPr>
              <a:t>quis</a:t>
            </a:r>
            <a:r>
              <a:rPr lang="en-US" sz="1200" dirty="0">
                <a:cs typeface="Rajdhani Medium" panose="02000000000000000000" pitchFamily="2" charset="0"/>
              </a:rPr>
              <a:t> </a:t>
            </a:r>
            <a:r>
              <a:rPr lang="en-US" sz="1200" dirty="0" err="1">
                <a:cs typeface="Rajdhani Medium" panose="02000000000000000000" pitchFamily="2" charset="0"/>
              </a:rPr>
              <a:t>nostrud</a:t>
            </a:r>
            <a:r>
              <a:rPr lang="en-US" sz="1200" dirty="0">
                <a:cs typeface="Rajdhani Medium" panose="02000000000000000000" pitchFamily="2" charset="0"/>
              </a:rPr>
              <a:t> exercitation </a:t>
            </a:r>
            <a:r>
              <a:rPr lang="en-US" sz="1200" dirty="0" err="1">
                <a:cs typeface="Rajdhani Medium" panose="02000000000000000000" pitchFamily="2" charset="0"/>
              </a:rPr>
              <a:t>ullamco</a:t>
            </a:r>
            <a:r>
              <a:rPr lang="en-US" sz="1200" dirty="0">
                <a:cs typeface="Rajdhani Medium" panose="02000000000000000000" pitchFamily="2" charset="0"/>
              </a:rPr>
              <a:t> </a:t>
            </a:r>
            <a:r>
              <a:rPr lang="en-US" sz="1200" dirty="0" err="1">
                <a:cs typeface="Rajdhani Medium" panose="02000000000000000000" pitchFamily="2" charset="0"/>
              </a:rPr>
              <a:t>laboris</a:t>
            </a:r>
            <a:r>
              <a:rPr lang="en-US" sz="1200" dirty="0">
                <a:cs typeface="Rajdhani Medium" panose="02000000000000000000" pitchFamily="2" charset="0"/>
              </a:rPr>
              <a:t> nisi </a:t>
            </a:r>
            <a:r>
              <a:rPr lang="en-US" sz="1200" dirty="0" err="1">
                <a:cs typeface="Rajdhani Medium" panose="02000000000000000000" pitchFamily="2" charset="0"/>
              </a:rPr>
              <a:t>ut</a:t>
            </a:r>
            <a:r>
              <a:rPr lang="en-US" sz="1200" dirty="0">
                <a:cs typeface="Rajdhani Medium" panose="02000000000000000000" pitchFamily="2" charset="0"/>
              </a:rPr>
              <a:t> </a:t>
            </a:r>
            <a:r>
              <a:rPr lang="en-US" sz="1200" dirty="0" err="1">
                <a:cs typeface="Rajdhani Medium" panose="02000000000000000000" pitchFamily="2" charset="0"/>
              </a:rPr>
              <a:t>aliquip</a:t>
            </a:r>
            <a:r>
              <a:rPr lang="en-US" sz="1200" dirty="0">
                <a:cs typeface="Rajdhani Medium" panose="02000000000000000000" pitchFamily="2" charset="0"/>
              </a:rPr>
              <a:t> ex </a:t>
            </a:r>
            <a:r>
              <a:rPr lang="en-US" sz="1200" dirty="0" err="1">
                <a:cs typeface="Rajdhani Medium" panose="02000000000000000000" pitchFamily="2" charset="0"/>
              </a:rPr>
              <a:t>ea</a:t>
            </a:r>
            <a:r>
              <a:rPr lang="en-US" sz="1200" dirty="0">
                <a:cs typeface="Rajdhani Medium" panose="02000000000000000000" pitchFamily="2" charset="0"/>
              </a:rPr>
              <a:t> </a:t>
            </a:r>
            <a:r>
              <a:rPr lang="en-US" sz="1200" dirty="0" err="1">
                <a:cs typeface="Rajdhani Medium" panose="02000000000000000000" pitchFamily="2" charset="0"/>
              </a:rPr>
              <a:t>commodo</a:t>
            </a:r>
            <a:r>
              <a:rPr lang="en-US" sz="1200" dirty="0">
                <a:cs typeface="Rajdhani Medium" panose="02000000000000000000" pitchFamily="2" charset="0"/>
              </a:rPr>
              <a:t> </a:t>
            </a:r>
            <a:r>
              <a:rPr lang="en-US" sz="1200" dirty="0" err="1">
                <a:cs typeface="Rajdhani Medium" panose="02000000000000000000" pitchFamily="2" charset="0"/>
              </a:rPr>
              <a:t>consequat</a:t>
            </a:r>
            <a:r>
              <a:rPr lang="en-US" sz="1200" dirty="0">
                <a:cs typeface="Rajdhani Medium" panose="020000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8273736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ECB00-8DB1-D261-0032-1F62596CF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36E0C661-9642-F48D-D25B-DAFA410B6BB8}"/>
              </a:ext>
            </a:extLst>
          </p:cNvPr>
          <p:cNvSpPr txBox="1"/>
          <p:nvPr/>
        </p:nvSpPr>
        <p:spPr>
          <a:xfrm>
            <a:off x="2019294" y="2562135"/>
            <a:ext cx="81534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bg2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555151103"/>
      </p:ext>
    </p:extLst>
  </p:cSld>
  <p:clrMapOvr>
    <a:masterClrMapping/>
  </p:clrMapOvr>
</p:sld>
</file>

<file path=ppt/theme/theme1.xml><?xml version="1.0" encoding="utf-8"?>
<a:theme xmlns:a="http://schemas.openxmlformats.org/drawingml/2006/main" name="TITLE">
  <a:themeElements>
    <a:clrScheme name="AntifragiCity">
      <a:dk1>
        <a:srgbClr val="645457"/>
      </a:dk1>
      <a:lt1>
        <a:srgbClr val="FFFFFF"/>
      </a:lt1>
      <a:dk2>
        <a:srgbClr val="1F1A1D"/>
      </a:dk2>
      <a:lt2>
        <a:srgbClr val="FFFFFF"/>
      </a:lt2>
      <a:accent1>
        <a:srgbClr val="F93262"/>
      </a:accent1>
      <a:accent2>
        <a:srgbClr val="FFBEA1"/>
      </a:accent2>
      <a:accent3>
        <a:srgbClr val="7A0158"/>
      </a:accent3>
      <a:accent4>
        <a:srgbClr val="44263E"/>
      </a:accent4>
      <a:accent5>
        <a:srgbClr val="F93262"/>
      </a:accent5>
      <a:accent6>
        <a:srgbClr val="FFBEA1"/>
      </a:accent6>
      <a:hlink>
        <a:srgbClr val="F93262"/>
      </a:hlink>
      <a:folHlink>
        <a:srgbClr val="7A0158"/>
      </a:folHlink>
    </a:clrScheme>
    <a:fontScheme name="AntifragiCity">
      <a:majorFont>
        <a:latin typeface="Archivo ExtraBold"/>
        <a:ea typeface=""/>
        <a:cs typeface=""/>
      </a:majorFont>
      <a:minorFont>
        <a:latin typeface="Source Sans 3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91d484c-3a63-4400-8cc4-fd47c1a52056">
      <Terms xmlns="http://schemas.microsoft.com/office/infopath/2007/PartnerControls"/>
    </lcf76f155ced4ddcb4097134ff3c332f>
    <TaxCatchAll xmlns="ba65fbe2-bae9-4d7f-ab7e-46683305596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48559E0710D5D48A402F2E5DEEE51F5" ma:contentTypeVersion="11" ma:contentTypeDescription="Create a new document." ma:contentTypeScope="" ma:versionID="0d0a051d74aeb27cf6e3b8e409311ff2">
  <xsd:schema xmlns:xsd="http://www.w3.org/2001/XMLSchema" xmlns:xs="http://www.w3.org/2001/XMLSchema" xmlns:p="http://schemas.microsoft.com/office/2006/metadata/properties" xmlns:ns2="491d484c-3a63-4400-8cc4-fd47c1a52056" xmlns:ns3="ba65fbe2-bae9-4d7f-ab7e-466833055965" targetNamespace="http://schemas.microsoft.com/office/2006/metadata/properties" ma:root="true" ma:fieldsID="1d32c85bf26decead54b4527dea52d1d" ns2:_="" ns3:_="">
    <xsd:import namespace="491d484c-3a63-4400-8cc4-fd47c1a52056"/>
    <xsd:import namespace="ba65fbe2-bae9-4d7f-ab7e-4668330559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1d484c-3a63-4400-8cc4-fd47c1a520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7354608c-5633-40c1-be57-7b60b5f02a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65fbe2-bae9-4d7f-ab7e-46683305596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3a303aef-1db3-4fbb-814c-9535fc922474}" ma:internalName="TaxCatchAll" ma:showField="CatchAllData" ma:web="ba65fbe2-bae9-4d7f-ab7e-4668330559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E93D289-4E23-4484-A6C1-CC88B5C41F52}">
  <ds:schemaRefs>
    <ds:schemaRef ds:uri="http://schemas.microsoft.com/office/2006/metadata/properties"/>
    <ds:schemaRef ds:uri="http://schemas.microsoft.com/office/infopath/2007/PartnerControls"/>
    <ds:schemaRef ds:uri="491d484c-3a63-4400-8cc4-fd47c1a52056"/>
    <ds:schemaRef ds:uri="ba65fbe2-bae9-4d7f-ab7e-466833055965"/>
  </ds:schemaRefs>
</ds:datastoreItem>
</file>

<file path=customXml/itemProps2.xml><?xml version="1.0" encoding="utf-8"?>
<ds:datastoreItem xmlns:ds="http://schemas.openxmlformats.org/officeDocument/2006/customXml" ds:itemID="{2DE1BF95-A0B6-4CDF-B39E-C14B2B222B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1d484c-3a63-4400-8cc4-fd47c1a52056"/>
    <ds:schemaRef ds:uri="ba65fbe2-bae9-4d7f-ab7e-46683305596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4F82BB9-7529-4D70-B8E2-6391CE6E638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3029</TotalTime>
  <Words>2707</Words>
  <Application>Microsoft Office PowerPoint</Application>
  <PresentationFormat>Widescreen</PresentationFormat>
  <Paragraphs>350</Paragraphs>
  <Slides>51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2" baseType="lpstr">
      <vt:lpstr>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Carmine Palladino</dc:creator>
  <cp:lastModifiedBy>Carmine Palladino</cp:lastModifiedBy>
  <cp:revision>22</cp:revision>
  <dcterms:created xsi:type="dcterms:W3CDTF">2024-01-08T15:48:49Z</dcterms:created>
  <dcterms:modified xsi:type="dcterms:W3CDTF">2025-08-14T09:06:27Z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0x010100648559E0710D5D48A402F2E5DEEE51F5</vt:lpwstr>
  </property>
  <property fmtid="{D5CDD505-2E9C-101B-9397-08002B2CF9AE}" pid="3" name="MediaServiceImageTags">
    <vt:lpwstr/>
  </property>
</Properties>
</file>