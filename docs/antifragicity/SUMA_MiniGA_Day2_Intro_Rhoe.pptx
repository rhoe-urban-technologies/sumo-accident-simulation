
<file path=[Content_Types].xml><?xml version="1.0" encoding="utf-8"?>
<ns0:Types xmlns:ns0="http://schemas.openxmlformats.org/package/2006/content-types">
  <ns0:Default Extension="fntdata" ContentType="application/x-fontdata"/>
  <ns0:Default Extension="jpeg" ContentType="image/jpeg"/>
  <ns0:Default Extension="jpg" ContentType="image/jpeg"/>
  <ns0:Default Extension="png" ContentType="image/png"/>
  <ns0:Default Extension="rels" ContentType="application/vnd.openxmlformats-package.relationships+xml"/>
  <ns0:Default Extension="svg" ContentType="image/svg+xml"/>
  <ns0:Default Extension="xml" ContentType="application/xml"/>
  <ns0:Override PartName="/ppt/presentation.xml" ContentType="application/vnd.openxmlformats-officedocument.presentationml.presentation.main+xml"/>
  <ns0:Override PartName="/customXml/itemProps1.xml" ContentType="application/vnd.openxmlformats-officedocument.customXmlProperties+xml"/>
  <ns0:Override PartName="/customXml/itemProps2.xml" ContentType="application/vnd.openxmlformats-officedocument.customXmlProperties+xml"/>
  <ns0:Override PartName="/customXml/itemProps3.xml" ContentType="application/vnd.openxmlformats-officedocument.customXmlProperties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0.xml" ContentType="application/vnd.openxmlformats-officedocument.presentationml.slideLayout+xml"/>
  <ns0:Override PartName="/ppt/slideLayouts/slideLayout21.xml" ContentType="application/vnd.openxmlformats-officedocument.presentationml.slideLayout+xml"/>
  <ns0:Override PartName="/ppt/slideLayouts/slideLayout22.xml" ContentType="application/vnd.openxmlformats-officedocument.presentationml.slideLayout+xml"/>
  <ns0:Override PartName="/ppt/slideLayouts/slideLayout23.xml" ContentType="application/vnd.openxmlformats-officedocument.presentationml.slideLayout+xml"/>
  <ns0:Override PartName="/ppt/slideLayouts/slideLayout24.xml" ContentType="application/vnd.openxmlformats-officedocument.presentationml.slideLayout+xml"/>
  <ns0:Override PartName="/ppt/slideLayouts/slideLayout25.xml" ContentType="application/vnd.openxmlformats-officedocument.presentationml.slideLayout+xml"/>
  <ns0:Override PartName="/ppt/slideLayouts/slideLayout26.xml" ContentType="application/vnd.openxmlformats-officedocument.presentationml.slideLayout+xml"/>
  <ns0:Override PartName="/ppt/slideLayouts/slideLayout27.xml" ContentType="application/vnd.openxmlformats-officedocument.presentationml.slideLayout+xml"/>
  <ns0:Override PartName="/ppt/slideLayouts/slideLayout28.xml" ContentType="application/vnd.openxmlformats-officedocument.presentationml.slideLayout+xml"/>
  <ns0:Override PartName="/ppt/slideLayouts/slideLayout29.xml" ContentType="application/vnd.openxmlformats-officedocument.presentationml.slideLayout+xml"/>
  <ns0:Override PartName="/ppt/slideLayouts/slideLayout30.xml" ContentType="application/vnd.openxmlformats-officedocument.presentationml.slideLayout+xml"/>
  <ns0:Override PartName="/ppt/slideLayouts/slideLayout31.xml" ContentType="application/vnd.openxmlformats-officedocument.presentationml.slideLayout+xml"/>
  <ns0:Override PartName="/ppt/slideLayouts/slideLayout32.xml" ContentType="application/vnd.openxmlformats-officedocument.presentationml.slideLayout+xml"/>
  <ns0:Override PartName="/ppt/slideLayouts/slideLayout33.xml" ContentType="application/vnd.openxmlformats-officedocument.presentationml.slideLayout+xml"/>
  <ns0:Override PartName="/ppt/slideLayouts/slideLayout34.xml" ContentType="application/vnd.openxmlformats-officedocument.presentationml.slideLayout+xml"/>
  <ns0:Override PartName="/ppt/slideLayouts/slideLayout35.xml" ContentType="application/vnd.openxmlformats-officedocument.presentationml.slideLayout+xml"/>
  <ns0:Override PartName="/ppt/slideLayouts/slideLayout36.xml" ContentType="application/vnd.openxmlformats-officedocument.presentationml.slideLayout+xml"/>
  <ns0:Override PartName="/ppt/slideLayouts/slideLayout37.xml" ContentType="application/vnd.openxmlformats-officedocument.presentationml.slideLayout+xml"/>
  <ns0:Override PartName="/ppt/slideLayouts/slideLayout38.xml" ContentType="application/vnd.openxmlformats-officedocument.presentationml.slideLayout+xml"/>
  <ns0:Override PartName="/ppt/slideLayouts/slideLayout39.xml" ContentType="application/vnd.openxmlformats-officedocument.presentationml.slideLayout+xml"/>
  <ns0:Override PartName="/ppt/slideLayouts/slideLayout40.xml" ContentType="application/vnd.openxmlformats-officedocument.presentationml.slideLayout+xml"/>
  <ns0:Override PartName="/ppt/slideLayouts/slideLayout41.xml" ContentType="application/vnd.openxmlformats-officedocument.presentationml.slideLayout+xml"/>
  <ns0:Override PartName="/ppt/slideLayouts/slideLayout42.xml" ContentType="application/vnd.openxmlformats-officedocument.presentationml.slideLayout+xml"/>
  <ns0:Override PartName="/ppt/slideLayouts/slideLayout43.xml" ContentType="application/vnd.openxmlformats-officedocument.presentationml.slideLayout+xml"/>
  <ns0:Override PartName="/ppt/slideLayouts/slideLayout44.xml" ContentType="application/vnd.openxmlformats-officedocument.presentationml.slideLayout+xml"/>
  <ns0:Override PartName="/ppt/slideLayouts/slideLayout45.xml" ContentType="application/vnd.openxmlformats-officedocument.presentationml.slideLayout+xml"/>
  <ns0:Override PartName="/ppt/changesInfos/changesInfo1.xml" ContentType="application/vnd.ms-powerpoint.changesinfo+xml"/>
  <ns0:Override PartName="/ppt/revisionInfo.xml" ContentType="application/vnd.ms-powerpoint.revisioninfo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Props/custom.xml" ContentType="application/vnd.openxmlformats-officedocument.custom-properties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embedTrueTypeFonts="1">
  <p:sldMasterIdLst>
    <p:sldMasterId id="2147483648" r:id="rId4"/>
  </p:sldMasterIdLst>
  <p:sldIdLst>
    <p:sldId id="302" r:id="rId5"/>
    <p:sldId id="301" r:id="rId6"/>
    <p:sldId id="268" r:id="rId7"/>
    <p:sldId id="300" r:id="rId8"/>
    <p:sldId id="256" r:id="rId9"/>
    <p:sldId id="303" r:id="rId10"/>
    <p:sldId id="308" r:id="rId11"/>
  </p:sldIdLst>
  <p:sldSz cx="12192000" cy="6858000"/>
  <p:notesSz cx="6858000" cy="9144000"/>
  <p:embeddedFontLst>
    <p:embeddedFont>
      <p:font typeface="Rajdhani Bold" panose="020B0604020202020204" charset="0"/>
      <p:bold r:id="rId56"/>
    </p:embeddedFont>
    <p:embeddedFont>
      <p:font typeface="Rajdhani Medium" panose="020B0604020202020204" charset="0"/>
      <p:regular r:id="rId57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7F4"/>
    <a:srgbClr val="FBDBCD"/>
    <a:srgbClr val="FFFFFF"/>
    <a:srgbClr val="00B392"/>
    <a:srgbClr val="00E8AE"/>
    <a:srgbClr val="000C14"/>
    <a:srgbClr val="001A2E"/>
    <a:srgbClr val="1C89A3"/>
    <a:srgbClr val="1CCAC9"/>
    <a:srgbClr val="1C48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Stile chiaro 1 - Color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Stile chiaro 1 - Color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Stile chiaro 3 - Colore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le chiaro 3 - Color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98" autoAdjust="0"/>
    <p:restoredTop sz="94660"/>
  </p:normalViewPr>
  <p:slideViewPr>
    <p:cSldViewPr snapToGrid="0">
      <p:cViewPr>
        <p:scale>
          <a:sx n="100" d="100"/>
          <a:sy n="100" d="100"/>
        </p:scale>
        <p:origin x="1056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7" Type="http://schemas.openxmlformats.org/officeDocument/2006/relationships/slide" Target="slides/slide3.xml" /><ns0:Relationship Id="rId2" Type="http://schemas.openxmlformats.org/officeDocument/2006/relationships/customXml" Target="../customXml/item2.xml" /><ns0:Relationship Id="rId11" Type="http://schemas.openxmlformats.org/officeDocument/2006/relationships/slide" Target="slides/slide7.xml" /><ns0:Relationship Id="rId58" Type="http://schemas.openxmlformats.org/officeDocument/2006/relationships/presProps" Target="presProps.xml" /><ns0:Relationship Id="rId5" Type="http://schemas.openxmlformats.org/officeDocument/2006/relationships/slide" Target="slides/slide1.xml" /><ns0:Relationship Id="rId61" Type="http://schemas.openxmlformats.org/officeDocument/2006/relationships/tableStyles" Target="tableStyles.xml" /><ns0:Relationship Id="rId56" Type="http://schemas.openxmlformats.org/officeDocument/2006/relationships/font" Target="fonts/font1.fntdata" /><ns0:Relationship Id="rId8" Type="http://schemas.openxmlformats.org/officeDocument/2006/relationships/slide" Target="slides/slide4.xml" /><ns0:Relationship Id="rId3" Type="http://schemas.openxmlformats.org/officeDocument/2006/relationships/customXml" Target="../customXml/item3.xml" /><ns0:Relationship Id="rId59" Type="http://schemas.openxmlformats.org/officeDocument/2006/relationships/viewProps" Target="viewProps.xml" /><ns0:Relationship Id="rId1" Type="http://schemas.openxmlformats.org/officeDocument/2006/relationships/customXml" Target="../customXml/item1.xml" /><ns0:Relationship Id="rId6" Type="http://schemas.openxmlformats.org/officeDocument/2006/relationships/slide" Target="slides/slide2.xml" /><ns0:Relationship Id="rId57" Type="http://schemas.openxmlformats.org/officeDocument/2006/relationships/font" Target="fonts/font2.fntdata" /><ns0:Relationship Id="rId10" Type="http://schemas.openxmlformats.org/officeDocument/2006/relationships/slide" Target="slides/slide6.xml" /><ns0:Relationship Id="rId60" Type="http://schemas.openxmlformats.org/officeDocument/2006/relationships/theme" Target="theme/theme1.xml" /><ns0:Relationship Id="rId4" Type="http://schemas.openxmlformats.org/officeDocument/2006/relationships/slideMaster" Target="slideMasters/slideMaster1.xml" /><ns0:Relationship Id="rId9" Type="http://schemas.openxmlformats.org/officeDocument/2006/relationships/slide" Target="slides/slide5.xml" /></ns0: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5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2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4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8.svg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2.svg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8.svg"/><Relationship Id="rId4" Type="http://schemas.openxmlformats.org/officeDocument/2006/relationships/image" Target="../media/image1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B9F37D51-611E-2BB6-3BE9-C28FC8F64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470400" y="311833"/>
            <a:ext cx="3251200" cy="599512"/>
          </a:xfrm>
          <a:prstGeom prst="rect">
            <a:avLst/>
          </a:prstGeom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4CE6B700-F2E9-CC29-F74F-36281B9EE28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54027" y="6318528"/>
            <a:ext cx="1083946" cy="22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1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TRO_dark">
    <p:bg>
      <p:bgPr>
        <a:gradFill flip="none" rotWithShape="1">
          <a:gsLst>
            <a:gs pos="25000">
              <a:schemeClr val="tx2"/>
            </a:gs>
            <a:gs pos="100000">
              <a:schemeClr val="tx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08C3B7B7-3116-5FED-D6E3-E6C980DF5B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54028" y="6318528"/>
            <a:ext cx="1083944" cy="227639"/>
          </a:xfrm>
          <a:prstGeom prst="rect">
            <a:avLst/>
          </a:prstGeom>
        </p:spPr>
      </p:pic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CC6B8D96-17D2-D038-412A-22A7F8C1AE4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479283" y="311833"/>
            <a:ext cx="3233433" cy="59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2767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3ECFB724-0822-990B-7825-164426ADF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4027" y="6318528"/>
            <a:ext cx="1083946" cy="227639"/>
          </a:xfrm>
          <a:prstGeom prst="rect">
            <a:avLst/>
          </a:prstGeom>
        </p:spPr>
      </p:pic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7A3A61E1-6EF2-24E9-99D3-806F4F69159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3758" y="311833"/>
            <a:ext cx="779267" cy="70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428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TRO-dark">
    <p:bg>
      <p:bgPr>
        <a:gradFill flip="none" rotWithShape="1">
          <a:gsLst>
            <a:gs pos="50000">
              <a:schemeClr val="tx2"/>
            </a:gs>
            <a:gs pos="100000">
              <a:schemeClr val="tx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668C70A2-8713-FDCF-601F-5F09DA7C2C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554028" y="6318528"/>
            <a:ext cx="1083944" cy="227639"/>
          </a:xfrm>
          <a:prstGeom prst="rect">
            <a:avLst/>
          </a:prstGeom>
        </p:spPr>
      </p:pic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8026A26D-4308-3104-D788-2EC6EEC180D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3758" y="311833"/>
            <a:ext cx="779267" cy="70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11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TRO-PIC-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C8C112DE-8593-2A85-FCC6-87B5000118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086630" y="425464"/>
            <a:ext cx="2018740" cy="372250"/>
          </a:xfrm>
          <a:prstGeom prst="rect">
            <a:avLst/>
          </a:prstGeom>
        </p:spPr>
      </p:pic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07037731-3567-4819-E24E-39029D768DE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4027" y="6318528"/>
            <a:ext cx="1083946" cy="22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3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_Left_Bottom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A1B9485B-8516-D714-B758-07AB9D731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3758" y="311833"/>
            <a:ext cx="779267" cy="706866"/>
          </a:xfrm>
          <a:prstGeom prst="rect">
            <a:avLst/>
          </a:prstGeom>
        </p:spPr>
      </p:pic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00B3D486-983A-A285-3461-3C90D3DA90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988" y="6318528"/>
            <a:ext cx="1083946" cy="22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97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_Left_Light">
    <p:bg>
      <p:bgPr>
        <a:gradFill>
          <a:gsLst>
            <a:gs pos="53000">
              <a:schemeClr val="tx2">
                <a:alpha val="0"/>
              </a:schemeClr>
            </a:gs>
            <a:gs pos="62000">
              <a:schemeClr val="accent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6DF26F4B-FC3B-A9B3-892E-9A00B4CBC4C5}"/>
              </a:ext>
            </a:extLst>
          </p:cNvPr>
          <p:cNvSpPr/>
          <p:nvPr userDrawn="1"/>
        </p:nvSpPr>
        <p:spPr>
          <a:xfrm>
            <a:off x="7692571" y="1"/>
            <a:ext cx="44994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err="1"/>
              <a:t>Insert</a:t>
            </a:r>
            <a:r>
              <a:rPr lang="it-IT" b="1" dirty="0"/>
              <a:t> image </a:t>
            </a:r>
            <a:r>
              <a:rPr lang="it-IT" b="1" dirty="0" err="1"/>
              <a:t>here</a:t>
            </a:r>
            <a:endParaRPr lang="it-IT" b="1" dirty="0"/>
          </a:p>
        </p:txBody>
      </p:sp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B628B8FE-8C73-DD54-2C62-D301FD2F44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988" y="6318528"/>
            <a:ext cx="1083946" cy="227639"/>
          </a:xfrm>
          <a:prstGeom prst="rect">
            <a:avLst/>
          </a:prstGeom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2896ACC9-166A-55DD-41EC-B79946FC1A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838697" y="311833"/>
            <a:ext cx="777172" cy="70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397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_Center_Dark">
    <p:bg>
      <p:bgPr>
        <a:gradFill>
          <a:gsLst>
            <a:gs pos="70000">
              <a:schemeClr val="tx2"/>
            </a:gs>
            <a:gs pos="100000">
              <a:schemeClr val="accent1">
                <a:lumMod val="5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FD0F08E6-40AF-FA4B-8FE4-49C1B79DC4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991760" y="428447"/>
            <a:ext cx="2208478" cy="366285"/>
          </a:xfrm>
          <a:prstGeom prst="rect">
            <a:avLst/>
          </a:prstGeom>
        </p:spPr>
      </p:pic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0BFABA02-5ADA-FD79-EB82-4BCBF5DECA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6989" y="6318528"/>
            <a:ext cx="1083944" cy="22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079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rofile_Light">
    <p:bg>
      <p:bgPr>
        <a:gradFill>
          <a:gsLst>
            <a:gs pos="74000">
              <a:schemeClr val="accent4">
                <a:lumMod val="40000"/>
                <a:lumOff val="60000"/>
              </a:schemeClr>
            </a:gs>
            <a:gs pos="66000">
              <a:schemeClr val="tx2"/>
            </a:gs>
            <a:gs pos="100000">
              <a:schemeClr val="accent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38F34867-7112-5A91-32F9-F69F332283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25702" y="6318528"/>
            <a:ext cx="1083944" cy="227639"/>
          </a:xfrm>
          <a:prstGeom prst="rect">
            <a:avLst/>
          </a:prstGeom>
        </p:spPr>
      </p:pic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7EE777A8-7845-5D41-099E-7A0532A6ED8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3758" y="425464"/>
            <a:ext cx="2018740" cy="3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3185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rofile_Dark">
    <p:bg>
      <p:bgPr>
        <a:gradFill>
          <a:gsLst>
            <a:gs pos="75000">
              <a:schemeClr val="tx1"/>
            </a:gs>
            <a:gs pos="62000">
              <a:schemeClr val="accent1"/>
            </a:gs>
            <a:gs pos="100000">
              <a:schemeClr val="tx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37DA1EF1-1FD2-A7F0-A31A-477B4D5EA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35226" y="6318528"/>
            <a:ext cx="1083946" cy="227639"/>
          </a:xfrm>
          <a:prstGeom prst="rect">
            <a:avLst/>
          </a:prstGeom>
        </p:spPr>
      </p:pic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6A2FB686-55F1-4817-F16E-AC187257D6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3758" y="425464"/>
            <a:ext cx="2018740" cy="3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837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rofile_Left_Green">
    <p:bg>
      <p:bgPr>
        <a:gradFill>
          <a:gsLst>
            <a:gs pos="75000">
              <a:schemeClr val="tx1"/>
            </a:gs>
            <a:gs pos="62000">
              <a:schemeClr val="accent2"/>
            </a:gs>
            <a:gs pos="100000">
              <a:schemeClr val="tx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A86CB209-64DE-6D47-A75D-EADEB8769E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35226" y="6318528"/>
            <a:ext cx="1083946" cy="227639"/>
          </a:xfrm>
          <a:prstGeom prst="rect">
            <a:avLst/>
          </a:prstGeom>
        </p:spPr>
      </p:pic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C80F9B03-D6E3-1E62-1723-0621F41381C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3758" y="425464"/>
            <a:ext cx="2018740" cy="3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088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Oval_Left_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Elemento grafico 17">
            <a:extLst>
              <a:ext uri="{FF2B5EF4-FFF2-40B4-BE49-F238E27FC236}">
                <a16:creationId xmlns:a16="http://schemas.microsoft.com/office/drawing/2014/main" id="{DAEE3D22-D61D-6CFD-EF96-D1729EE61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25702" y="6318528"/>
            <a:ext cx="1083944" cy="227639"/>
          </a:xfrm>
          <a:prstGeom prst="rect">
            <a:avLst/>
          </a:prstGeom>
        </p:spPr>
      </p:pic>
      <p:pic>
        <p:nvPicPr>
          <p:cNvPr id="22" name="Elemento grafico 21">
            <a:extLst>
              <a:ext uri="{FF2B5EF4-FFF2-40B4-BE49-F238E27FC236}">
                <a16:creationId xmlns:a16="http://schemas.microsoft.com/office/drawing/2014/main" id="{2AA2B1C6-1AED-9AE6-2EB3-6C8FAA6CEC0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020" y="243777"/>
            <a:ext cx="11697258" cy="6618096"/>
          </a:xfrm>
          <a:prstGeom prst="rect">
            <a:avLst/>
          </a:prstGeom>
        </p:spPr>
      </p:pic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316EEA49-725D-A5F7-B266-B2085F65066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45330" y="0"/>
            <a:ext cx="6851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731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Oval_Left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E11E8278-4341-720C-1066-99171E50F4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5330" y="0"/>
            <a:ext cx="6851650" cy="6858000"/>
          </a:xfrm>
          <a:prstGeom prst="rect">
            <a:avLst/>
          </a:prstGeom>
        </p:spPr>
      </p:pic>
      <p:pic>
        <p:nvPicPr>
          <p:cNvPr id="22" name="Elemento grafico 21">
            <a:extLst>
              <a:ext uri="{FF2B5EF4-FFF2-40B4-BE49-F238E27FC236}">
                <a16:creationId xmlns:a16="http://schemas.microsoft.com/office/drawing/2014/main" id="{2AA2B1C6-1AED-9AE6-2EB3-6C8FAA6CEC0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020" y="243777"/>
            <a:ext cx="11697258" cy="6618096"/>
          </a:xfrm>
          <a:prstGeom prst="rect">
            <a:avLst/>
          </a:prstGeom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B1907D90-7FC6-E6AD-08FB-2D118DBA6D2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35226" y="6318528"/>
            <a:ext cx="1083946" cy="22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284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able_of_contents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DA28EFC9-7D85-5B44-D594-B0A70CD75719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8F24B727-36CA-BC68-7598-9485647F86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3758" y="311833"/>
            <a:ext cx="779267" cy="706865"/>
          </a:xfrm>
          <a:prstGeom prst="rect">
            <a:avLst/>
          </a:prstGeom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7FB24502-EBBB-49B5-F15D-CBFD021431F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6333" y="0"/>
            <a:ext cx="106256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59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able_of_contents_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DA28EFC9-7D85-5B44-D594-B0A70CD75719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9068BBE0-F89E-9A28-85DB-4CED735873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25667" cy="6858000"/>
          </a:xfrm>
          <a:prstGeom prst="rect">
            <a:avLst/>
          </a:prstGeom>
        </p:spPr>
      </p:pic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3CEE5D88-3642-82AB-D571-40157C700DB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4805" y="311833"/>
            <a:ext cx="777172" cy="70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415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meline_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FEDE50CD-F976-E4FF-01B8-00EADA8398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600" y="0"/>
            <a:ext cx="10625667" cy="6858000"/>
          </a:xfrm>
          <a:prstGeom prst="rect">
            <a:avLst/>
          </a:prstGeom>
        </p:spPr>
      </p:pic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26DD2E4F-B790-A1D5-DCD2-BD493D3620B7}"/>
              </a:ext>
            </a:extLst>
          </p:cNvPr>
          <p:cNvCxnSpPr>
            <a:cxnSpLocks/>
          </p:cNvCxnSpPr>
          <p:nvPr userDrawn="1"/>
        </p:nvCxnSpPr>
        <p:spPr>
          <a:xfrm>
            <a:off x="1660243" y="3592286"/>
            <a:ext cx="9002143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e 5">
            <a:extLst>
              <a:ext uri="{FF2B5EF4-FFF2-40B4-BE49-F238E27FC236}">
                <a16:creationId xmlns:a16="http://schemas.microsoft.com/office/drawing/2014/main" id="{D33808B0-7C6D-B707-F86B-558F44C3DEE4}"/>
              </a:ext>
            </a:extLst>
          </p:cNvPr>
          <p:cNvSpPr/>
          <p:nvPr userDrawn="1"/>
        </p:nvSpPr>
        <p:spPr>
          <a:xfrm>
            <a:off x="1377214" y="3309257"/>
            <a:ext cx="566057" cy="56605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3F4AA8D9-5C42-6B26-9114-168DE1D7A4C4}"/>
              </a:ext>
            </a:extLst>
          </p:cNvPr>
          <p:cNvSpPr/>
          <p:nvPr userDrawn="1"/>
        </p:nvSpPr>
        <p:spPr>
          <a:xfrm>
            <a:off x="10379357" y="3309257"/>
            <a:ext cx="566057" cy="56605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42835719-94F2-700D-E8BC-F96B32137D02}"/>
              </a:ext>
            </a:extLst>
          </p:cNvPr>
          <p:cNvSpPr/>
          <p:nvPr userDrawn="1"/>
        </p:nvSpPr>
        <p:spPr>
          <a:xfrm>
            <a:off x="8128821" y="3309257"/>
            <a:ext cx="566057" cy="56605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A7B9ECEE-38C8-8A42-608F-98302940D5D8}"/>
              </a:ext>
            </a:extLst>
          </p:cNvPr>
          <p:cNvSpPr/>
          <p:nvPr userDrawn="1"/>
        </p:nvSpPr>
        <p:spPr>
          <a:xfrm>
            <a:off x="5812971" y="3309257"/>
            <a:ext cx="566057" cy="56605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14906A1C-8870-D720-EF43-AAC2A618BF99}"/>
              </a:ext>
            </a:extLst>
          </p:cNvPr>
          <p:cNvSpPr/>
          <p:nvPr userDrawn="1"/>
        </p:nvSpPr>
        <p:spPr>
          <a:xfrm>
            <a:off x="3627750" y="3309257"/>
            <a:ext cx="566057" cy="56605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F88162AD-3B76-F15E-4C55-4E8692861734}"/>
              </a:ext>
            </a:extLst>
          </p:cNvPr>
          <p:cNvCxnSpPr>
            <a:cxnSpLocks/>
            <a:endCxn id="6" idx="0"/>
          </p:cNvCxnSpPr>
          <p:nvPr userDrawn="1"/>
        </p:nvCxnSpPr>
        <p:spPr>
          <a:xfrm>
            <a:off x="1660243" y="2324100"/>
            <a:ext cx="0" cy="985157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9FECEACE-8818-5D45-930B-6D653B8889E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324100"/>
            <a:ext cx="0" cy="985157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682A3026-C76D-753C-EEB9-A8B022E30424}"/>
              </a:ext>
            </a:extLst>
          </p:cNvPr>
          <p:cNvCxnSpPr>
            <a:cxnSpLocks/>
          </p:cNvCxnSpPr>
          <p:nvPr userDrawn="1"/>
        </p:nvCxnSpPr>
        <p:spPr>
          <a:xfrm>
            <a:off x="10662386" y="2324100"/>
            <a:ext cx="0" cy="985157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29473D61-C244-9E64-850C-98BFBDA839A2}"/>
              </a:ext>
            </a:extLst>
          </p:cNvPr>
          <p:cNvCxnSpPr>
            <a:cxnSpLocks/>
          </p:cNvCxnSpPr>
          <p:nvPr userDrawn="1"/>
        </p:nvCxnSpPr>
        <p:spPr>
          <a:xfrm>
            <a:off x="3891815" y="3875315"/>
            <a:ext cx="0" cy="985157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1C2283B8-ED97-A53E-226E-DED8114B982C}"/>
              </a:ext>
            </a:extLst>
          </p:cNvPr>
          <p:cNvCxnSpPr>
            <a:cxnSpLocks/>
          </p:cNvCxnSpPr>
          <p:nvPr userDrawn="1"/>
        </p:nvCxnSpPr>
        <p:spPr>
          <a:xfrm>
            <a:off x="8392098" y="3875315"/>
            <a:ext cx="0" cy="985157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DEE398E-21A2-F021-4883-38DEA88E1118}"/>
              </a:ext>
            </a:extLst>
          </p:cNvPr>
          <p:cNvSpPr txBox="1"/>
          <p:nvPr userDrawn="1"/>
        </p:nvSpPr>
        <p:spPr>
          <a:xfrm>
            <a:off x="1364514" y="3323621"/>
            <a:ext cx="548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spc="-300" dirty="0">
                <a:solidFill>
                  <a:schemeClr val="accent4"/>
                </a:solidFill>
                <a:latin typeface="+mj-lt"/>
              </a:rPr>
              <a:t>1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1FAE547-74E5-7C95-45B1-BFE7AED1D8EB}"/>
              </a:ext>
            </a:extLst>
          </p:cNvPr>
          <p:cNvSpPr txBox="1"/>
          <p:nvPr userDrawn="1"/>
        </p:nvSpPr>
        <p:spPr>
          <a:xfrm>
            <a:off x="3615050" y="3330676"/>
            <a:ext cx="548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spc="-300" dirty="0">
                <a:solidFill>
                  <a:schemeClr val="accent4"/>
                </a:solidFill>
                <a:latin typeface="+mj-lt"/>
              </a:rPr>
              <a:t>2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5610885-F0A2-2999-99DD-27E666CD6F02}"/>
              </a:ext>
            </a:extLst>
          </p:cNvPr>
          <p:cNvSpPr txBox="1"/>
          <p:nvPr userDrawn="1"/>
        </p:nvSpPr>
        <p:spPr>
          <a:xfrm>
            <a:off x="5812971" y="3330676"/>
            <a:ext cx="548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spc="-300" dirty="0">
                <a:solidFill>
                  <a:schemeClr val="accent4"/>
                </a:solidFill>
                <a:latin typeface="+mj-lt"/>
              </a:rPr>
              <a:t>3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6CA8FD6-2FED-88F9-42E3-B85E8494463A}"/>
              </a:ext>
            </a:extLst>
          </p:cNvPr>
          <p:cNvSpPr txBox="1"/>
          <p:nvPr userDrawn="1"/>
        </p:nvSpPr>
        <p:spPr>
          <a:xfrm>
            <a:off x="8117635" y="3330676"/>
            <a:ext cx="548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spc="-300" dirty="0">
                <a:solidFill>
                  <a:schemeClr val="accent4"/>
                </a:solidFill>
                <a:latin typeface="+mj-lt"/>
              </a:rPr>
              <a:t>4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BF485BF-FEC5-E4D1-5C5F-040FBDD927B3}"/>
              </a:ext>
            </a:extLst>
          </p:cNvPr>
          <p:cNvSpPr txBox="1"/>
          <p:nvPr userDrawn="1"/>
        </p:nvSpPr>
        <p:spPr>
          <a:xfrm>
            <a:off x="10379357" y="3330676"/>
            <a:ext cx="548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spc="-300" dirty="0">
                <a:solidFill>
                  <a:schemeClr val="accent4"/>
                </a:solidFill>
                <a:latin typeface="+mj-lt"/>
              </a:rPr>
              <a:t>5</a:t>
            </a:r>
          </a:p>
        </p:txBody>
      </p:sp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4388078A-1188-4A51-ABC7-7BCB1BF27F1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086630" y="425464"/>
            <a:ext cx="2018740" cy="3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953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meline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Elemento grafico 40">
            <a:extLst>
              <a:ext uri="{FF2B5EF4-FFF2-40B4-BE49-F238E27FC236}">
                <a16:creationId xmlns:a16="http://schemas.microsoft.com/office/drawing/2014/main" id="{D646AEB5-45CE-BD61-90F3-958F50B20F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600" y="0"/>
            <a:ext cx="10625667" cy="6858000"/>
          </a:xfrm>
          <a:prstGeom prst="rect">
            <a:avLst/>
          </a:prstGeom>
        </p:spPr>
      </p:pic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664F1457-41E2-4918-7642-071CC5DAFFAA}"/>
              </a:ext>
            </a:extLst>
          </p:cNvPr>
          <p:cNvCxnSpPr>
            <a:cxnSpLocks/>
          </p:cNvCxnSpPr>
          <p:nvPr userDrawn="1"/>
        </p:nvCxnSpPr>
        <p:spPr>
          <a:xfrm>
            <a:off x="1660243" y="3592286"/>
            <a:ext cx="9002143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e 3">
            <a:extLst>
              <a:ext uri="{FF2B5EF4-FFF2-40B4-BE49-F238E27FC236}">
                <a16:creationId xmlns:a16="http://schemas.microsoft.com/office/drawing/2014/main" id="{EE07CCFE-D3FF-3ED1-158D-A198F4A40D0C}"/>
              </a:ext>
            </a:extLst>
          </p:cNvPr>
          <p:cNvSpPr/>
          <p:nvPr userDrawn="1"/>
        </p:nvSpPr>
        <p:spPr>
          <a:xfrm>
            <a:off x="1377214" y="3309257"/>
            <a:ext cx="566057" cy="566058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F2A858AC-7ED3-4596-96D5-30235A51254E}"/>
              </a:ext>
            </a:extLst>
          </p:cNvPr>
          <p:cNvSpPr/>
          <p:nvPr userDrawn="1"/>
        </p:nvSpPr>
        <p:spPr>
          <a:xfrm>
            <a:off x="10379357" y="3309257"/>
            <a:ext cx="566057" cy="566058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10075CFB-6F55-C3E2-4BE3-263EB0B61C4E}"/>
              </a:ext>
            </a:extLst>
          </p:cNvPr>
          <p:cNvSpPr/>
          <p:nvPr userDrawn="1"/>
        </p:nvSpPr>
        <p:spPr>
          <a:xfrm>
            <a:off x="8128821" y="3309257"/>
            <a:ext cx="566057" cy="566058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AEBA3128-3F90-6ED0-B7BA-0B9102657B15}"/>
              </a:ext>
            </a:extLst>
          </p:cNvPr>
          <p:cNvSpPr/>
          <p:nvPr userDrawn="1"/>
        </p:nvSpPr>
        <p:spPr>
          <a:xfrm>
            <a:off x="5812971" y="3309257"/>
            <a:ext cx="566057" cy="566058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99B7265A-F3C4-9233-5A1A-5506AC70CE97}"/>
              </a:ext>
            </a:extLst>
          </p:cNvPr>
          <p:cNvSpPr/>
          <p:nvPr userDrawn="1"/>
        </p:nvSpPr>
        <p:spPr>
          <a:xfrm>
            <a:off x="3627750" y="3309257"/>
            <a:ext cx="566057" cy="566058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43EF68EF-BCDD-49B3-4513-4F37EE7B1B35}"/>
              </a:ext>
            </a:extLst>
          </p:cNvPr>
          <p:cNvCxnSpPr>
            <a:cxnSpLocks/>
            <a:endCxn id="4" idx="0"/>
          </p:cNvCxnSpPr>
          <p:nvPr userDrawn="1"/>
        </p:nvCxnSpPr>
        <p:spPr>
          <a:xfrm>
            <a:off x="1660243" y="2324100"/>
            <a:ext cx="0" cy="98515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C06B9812-7397-EBA0-6761-F6E371B5317D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324100"/>
            <a:ext cx="0" cy="98515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F6609D4D-DE55-08CE-4205-73F08D884CAF}"/>
              </a:ext>
            </a:extLst>
          </p:cNvPr>
          <p:cNvCxnSpPr>
            <a:cxnSpLocks/>
          </p:cNvCxnSpPr>
          <p:nvPr userDrawn="1"/>
        </p:nvCxnSpPr>
        <p:spPr>
          <a:xfrm>
            <a:off x="10662386" y="2324100"/>
            <a:ext cx="0" cy="98515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784DD02F-9F0D-FA54-10C8-3DCD4DDD4D3B}"/>
              </a:ext>
            </a:extLst>
          </p:cNvPr>
          <p:cNvCxnSpPr>
            <a:cxnSpLocks/>
          </p:cNvCxnSpPr>
          <p:nvPr userDrawn="1"/>
        </p:nvCxnSpPr>
        <p:spPr>
          <a:xfrm>
            <a:off x="3891815" y="3875315"/>
            <a:ext cx="0" cy="98515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diritto 28">
            <a:extLst>
              <a:ext uri="{FF2B5EF4-FFF2-40B4-BE49-F238E27FC236}">
                <a16:creationId xmlns:a16="http://schemas.microsoft.com/office/drawing/2014/main" id="{F1C72421-70CF-52A2-9E5E-9A3E1DB3F207}"/>
              </a:ext>
            </a:extLst>
          </p:cNvPr>
          <p:cNvCxnSpPr>
            <a:cxnSpLocks/>
          </p:cNvCxnSpPr>
          <p:nvPr userDrawn="1"/>
        </p:nvCxnSpPr>
        <p:spPr>
          <a:xfrm>
            <a:off x="8392098" y="3875315"/>
            <a:ext cx="0" cy="985157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Elemento grafico 34">
            <a:extLst>
              <a:ext uri="{FF2B5EF4-FFF2-40B4-BE49-F238E27FC236}">
                <a16:creationId xmlns:a16="http://schemas.microsoft.com/office/drawing/2014/main" id="{33E63F07-9775-22AA-642A-179FB369F5D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086630" y="425464"/>
            <a:ext cx="2018740" cy="372250"/>
          </a:xfrm>
          <a:prstGeom prst="rect">
            <a:avLst/>
          </a:prstGeom>
        </p:spPr>
      </p:pic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FFB7EA98-24CD-5B17-DBC3-40973344FFA8}"/>
              </a:ext>
            </a:extLst>
          </p:cNvPr>
          <p:cNvSpPr txBox="1"/>
          <p:nvPr userDrawn="1"/>
        </p:nvSpPr>
        <p:spPr>
          <a:xfrm>
            <a:off x="1364514" y="3323621"/>
            <a:ext cx="548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spc="-300" dirty="0">
                <a:solidFill>
                  <a:schemeClr val="accent4"/>
                </a:solidFill>
                <a:latin typeface="+mj-lt"/>
              </a:rPr>
              <a:t>1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998EC789-5546-CD65-7DF6-41BCB274C719}"/>
              </a:ext>
            </a:extLst>
          </p:cNvPr>
          <p:cNvSpPr txBox="1"/>
          <p:nvPr userDrawn="1"/>
        </p:nvSpPr>
        <p:spPr>
          <a:xfrm>
            <a:off x="3615050" y="3330676"/>
            <a:ext cx="548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spc="-300" dirty="0">
                <a:solidFill>
                  <a:schemeClr val="accent4"/>
                </a:solidFill>
                <a:latin typeface="+mj-lt"/>
              </a:rPr>
              <a:t>2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B7C74578-2C87-3B8E-1083-1D068BB8B1ED}"/>
              </a:ext>
            </a:extLst>
          </p:cNvPr>
          <p:cNvSpPr txBox="1"/>
          <p:nvPr userDrawn="1"/>
        </p:nvSpPr>
        <p:spPr>
          <a:xfrm>
            <a:off x="5812971" y="3330676"/>
            <a:ext cx="548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spc="-300" dirty="0">
                <a:solidFill>
                  <a:schemeClr val="accent4"/>
                </a:solidFill>
                <a:latin typeface="+mj-lt"/>
              </a:rPr>
              <a:t>3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50E9E116-B3B5-1D0C-C798-EF480F9F29EB}"/>
              </a:ext>
            </a:extLst>
          </p:cNvPr>
          <p:cNvSpPr txBox="1"/>
          <p:nvPr userDrawn="1"/>
        </p:nvSpPr>
        <p:spPr>
          <a:xfrm>
            <a:off x="8117635" y="3330676"/>
            <a:ext cx="548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spc="-300" dirty="0">
                <a:solidFill>
                  <a:schemeClr val="accent4"/>
                </a:solidFill>
                <a:latin typeface="+mj-lt"/>
              </a:rPr>
              <a:t>4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9B039B55-648F-EF47-4A14-0C3F1F2FE85C}"/>
              </a:ext>
            </a:extLst>
          </p:cNvPr>
          <p:cNvSpPr txBox="1"/>
          <p:nvPr userDrawn="1"/>
        </p:nvSpPr>
        <p:spPr>
          <a:xfrm>
            <a:off x="10379357" y="3330676"/>
            <a:ext cx="548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spc="-300" dirty="0">
                <a:solidFill>
                  <a:schemeClr val="accent4"/>
                </a:solidFill>
                <a:latin typeface="+mj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566138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ircles_dar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37BC3E85-91E8-4226-B5A6-28630E045E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0174" y="0"/>
            <a:ext cx="6851650" cy="6858000"/>
          </a:xfrm>
          <a:prstGeom prst="rect">
            <a:avLst/>
          </a:prstGeom>
        </p:spPr>
      </p:pic>
      <p:sp>
        <p:nvSpPr>
          <p:cNvPr id="8" name="Ovale 7">
            <a:extLst>
              <a:ext uri="{FF2B5EF4-FFF2-40B4-BE49-F238E27FC236}">
                <a16:creationId xmlns:a16="http://schemas.microsoft.com/office/drawing/2014/main" id="{2DF2E89C-439B-91C1-AD02-EBECFA2C4F0E}"/>
              </a:ext>
            </a:extLst>
          </p:cNvPr>
          <p:cNvSpPr/>
          <p:nvPr userDrawn="1"/>
        </p:nvSpPr>
        <p:spPr>
          <a:xfrm>
            <a:off x="4864745" y="2197746"/>
            <a:ext cx="2462508" cy="2462508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B6A37BAB-9CCE-53BE-6590-E67929453529}"/>
              </a:ext>
            </a:extLst>
          </p:cNvPr>
          <p:cNvSpPr/>
          <p:nvPr userDrawn="1"/>
        </p:nvSpPr>
        <p:spPr>
          <a:xfrm>
            <a:off x="8881575" y="2197746"/>
            <a:ext cx="2462508" cy="2462508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14D79A35-1B27-BAB0-BE27-99C3F8C72245}"/>
              </a:ext>
            </a:extLst>
          </p:cNvPr>
          <p:cNvSpPr/>
          <p:nvPr userDrawn="1"/>
        </p:nvSpPr>
        <p:spPr>
          <a:xfrm>
            <a:off x="717289" y="2197746"/>
            <a:ext cx="2462508" cy="2462508"/>
          </a:xfrm>
          <a:prstGeom prst="ellipse">
            <a:avLst/>
          </a:prstGeom>
          <a:solidFill>
            <a:schemeClr val="accent2"/>
          </a:solidFill>
          <a:ln w="762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3CBFF00B-3568-FB1E-B599-CA7D577EEEB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086629" y="6281086"/>
            <a:ext cx="2018740" cy="3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5288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ircles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e 28">
            <a:extLst>
              <a:ext uri="{FF2B5EF4-FFF2-40B4-BE49-F238E27FC236}">
                <a16:creationId xmlns:a16="http://schemas.microsoft.com/office/drawing/2014/main" id="{320785A7-DF00-91CB-FC67-5535BE69AED7}"/>
              </a:ext>
            </a:extLst>
          </p:cNvPr>
          <p:cNvSpPr/>
          <p:nvPr userDrawn="1"/>
        </p:nvSpPr>
        <p:spPr>
          <a:xfrm>
            <a:off x="4864745" y="2197746"/>
            <a:ext cx="2462508" cy="2462508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7EF08459-26E9-1A49-E9DB-1C4A280145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0174" y="0"/>
            <a:ext cx="6851650" cy="6858000"/>
          </a:xfrm>
          <a:prstGeom prst="rect">
            <a:avLst/>
          </a:prstGeom>
        </p:spPr>
      </p:pic>
      <p:sp>
        <p:nvSpPr>
          <p:cNvPr id="35" name="Ovale 34">
            <a:extLst>
              <a:ext uri="{FF2B5EF4-FFF2-40B4-BE49-F238E27FC236}">
                <a16:creationId xmlns:a16="http://schemas.microsoft.com/office/drawing/2014/main" id="{64B2346A-BAAE-906F-477E-57D5A7DAAD64}"/>
              </a:ext>
            </a:extLst>
          </p:cNvPr>
          <p:cNvSpPr/>
          <p:nvPr userDrawn="1"/>
        </p:nvSpPr>
        <p:spPr>
          <a:xfrm>
            <a:off x="717289" y="2197746"/>
            <a:ext cx="2462508" cy="2462508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0B3992E6-3436-5028-0ADF-92D57FA1DEC3}"/>
              </a:ext>
            </a:extLst>
          </p:cNvPr>
          <p:cNvSpPr/>
          <p:nvPr userDrawn="1"/>
        </p:nvSpPr>
        <p:spPr>
          <a:xfrm>
            <a:off x="8881575" y="2197746"/>
            <a:ext cx="2462508" cy="2462508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039AB24D-5CDC-790D-D601-50E545BB1CC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086629" y="6281086"/>
            <a:ext cx="2018740" cy="3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44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ards_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CCBEE53F-3281-26DE-E263-00277F8C79DE}"/>
              </a:ext>
            </a:extLst>
          </p:cNvPr>
          <p:cNvSpPr/>
          <p:nvPr userDrawn="1"/>
        </p:nvSpPr>
        <p:spPr>
          <a:xfrm>
            <a:off x="609600" y="2148588"/>
            <a:ext cx="2567703" cy="380179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DF9556FB-CCFA-553C-8D02-EAC3B431D01D}"/>
              </a:ext>
            </a:extLst>
          </p:cNvPr>
          <p:cNvSpPr/>
          <p:nvPr userDrawn="1"/>
        </p:nvSpPr>
        <p:spPr>
          <a:xfrm>
            <a:off x="3416160" y="2148588"/>
            <a:ext cx="2567703" cy="380179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B0265303-E7AE-DAC0-EB4B-353395162C1F}"/>
              </a:ext>
            </a:extLst>
          </p:cNvPr>
          <p:cNvSpPr/>
          <p:nvPr userDrawn="1"/>
        </p:nvSpPr>
        <p:spPr>
          <a:xfrm>
            <a:off x="6222720" y="2148588"/>
            <a:ext cx="2567703" cy="380179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A906653A-290E-73AE-97D4-A10707624BEC}"/>
              </a:ext>
            </a:extLst>
          </p:cNvPr>
          <p:cNvSpPr/>
          <p:nvPr userDrawn="1"/>
        </p:nvSpPr>
        <p:spPr>
          <a:xfrm>
            <a:off x="9029281" y="2148588"/>
            <a:ext cx="2567703" cy="380179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7405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ards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0EB32E7B-2BAD-DFFB-1CBB-35FD91549E8C}"/>
              </a:ext>
            </a:extLst>
          </p:cNvPr>
          <p:cNvSpPr/>
          <p:nvPr userDrawn="1"/>
        </p:nvSpPr>
        <p:spPr>
          <a:xfrm>
            <a:off x="609600" y="2148588"/>
            <a:ext cx="2567703" cy="380179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C2284C29-C2C3-D12A-AC0E-88553ACBF6AC}"/>
              </a:ext>
            </a:extLst>
          </p:cNvPr>
          <p:cNvSpPr/>
          <p:nvPr userDrawn="1"/>
        </p:nvSpPr>
        <p:spPr>
          <a:xfrm>
            <a:off x="3416160" y="2148588"/>
            <a:ext cx="2567703" cy="380179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A66F5E61-4595-652A-A557-DF841EB7FD94}"/>
              </a:ext>
            </a:extLst>
          </p:cNvPr>
          <p:cNvSpPr/>
          <p:nvPr userDrawn="1"/>
        </p:nvSpPr>
        <p:spPr>
          <a:xfrm>
            <a:off x="6222720" y="2148588"/>
            <a:ext cx="2567703" cy="3801796"/>
          </a:xfrm>
          <a:prstGeom prst="roundRect">
            <a:avLst/>
          </a:prstGeom>
          <a:solidFill>
            <a:schemeClr val="bg2"/>
          </a:solidFill>
          <a:ln w="152400" cmpd="dbl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439481E4-8C09-76A1-2FAA-C53D67B98FC7}"/>
              </a:ext>
            </a:extLst>
          </p:cNvPr>
          <p:cNvSpPr/>
          <p:nvPr userDrawn="1"/>
        </p:nvSpPr>
        <p:spPr>
          <a:xfrm>
            <a:off x="9029281" y="2148588"/>
            <a:ext cx="2567703" cy="380179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36033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ards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AAA37C30-2F9E-309A-12C3-98388A4A13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92" y="436133"/>
            <a:ext cx="727798" cy="64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3537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Progress_bar_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1D3242B8-E909-E3CC-FBFD-3B322FAA22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1892067" y="2498505"/>
            <a:ext cx="6251562" cy="2467429"/>
          </a:xfrm>
          <a:prstGeom prst="rect">
            <a:avLst/>
          </a:prstGeom>
        </p:spPr>
      </p:pic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4E7A59F6-7E7A-B2A4-29B8-0DCBBD175CFF}"/>
              </a:ext>
            </a:extLst>
          </p:cNvPr>
          <p:cNvCxnSpPr>
            <a:cxnSpLocks/>
          </p:cNvCxnSpPr>
          <p:nvPr userDrawn="1"/>
        </p:nvCxnSpPr>
        <p:spPr>
          <a:xfrm flipH="1">
            <a:off x="1485900" y="3309257"/>
            <a:ext cx="9220200" cy="0"/>
          </a:xfrm>
          <a:prstGeom prst="line">
            <a:avLst/>
          </a:prstGeom>
          <a:ln w="635000" cap="rnd">
            <a:gradFill>
              <a:gsLst>
                <a:gs pos="0">
                  <a:schemeClr val="accent2"/>
                </a:gs>
                <a:gs pos="75000">
                  <a:schemeClr val="accent1"/>
                </a:gs>
                <a:gs pos="100000">
                  <a:schemeClr val="accent4"/>
                </a:gs>
                <a:gs pos="90000">
                  <a:schemeClr val="accent3"/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7670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Layou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3EB0719F-DBDE-CF3D-0AFD-8EF6FCB20F7C}"/>
              </a:ext>
            </a:extLst>
          </p:cNvPr>
          <p:cNvSpPr/>
          <p:nvPr userDrawn="1"/>
        </p:nvSpPr>
        <p:spPr>
          <a:xfrm>
            <a:off x="3048001" y="0"/>
            <a:ext cx="6096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DAD1CF9B-01E8-46CF-5D85-8F83C3CA6156}"/>
              </a:ext>
            </a:extLst>
          </p:cNvPr>
          <p:cNvSpPr/>
          <p:nvPr userDrawn="1"/>
        </p:nvSpPr>
        <p:spPr>
          <a:xfrm>
            <a:off x="9144000" y="0"/>
            <a:ext cx="3048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A7D3A2E-00AE-F60A-A058-F4415F1518BC}"/>
              </a:ext>
            </a:extLst>
          </p:cNvPr>
          <p:cNvSpPr/>
          <p:nvPr userDrawn="1"/>
        </p:nvSpPr>
        <p:spPr>
          <a:xfrm>
            <a:off x="0" y="1152525"/>
            <a:ext cx="3048000" cy="57054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err="1"/>
              <a:t>Insert</a:t>
            </a:r>
            <a:r>
              <a:rPr lang="it-IT" b="1" dirty="0"/>
              <a:t> image </a:t>
            </a:r>
            <a:r>
              <a:rPr lang="it-IT" b="1" dirty="0" err="1"/>
              <a:t>here</a:t>
            </a:r>
            <a:endParaRPr lang="it-IT" b="1" dirty="0"/>
          </a:p>
        </p:txBody>
      </p:sp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3B716A82-2160-AF34-2D83-D66ADCFC91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16230" y="425464"/>
            <a:ext cx="2018740" cy="3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2305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Layout_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4887D83F-266C-0E7E-7F90-7798EDC4C1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4120" y="0"/>
            <a:ext cx="6851650" cy="6858000"/>
          </a:xfrm>
          <a:prstGeom prst="rect">
            <a:avLst/>
          </a:prstGeom>
        </p:spPr>
      </p:pic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9D7C211C-A2A9-3449-9F26-9F5F154791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230" y="0"/>
            <a:ext cx="6851650" cy="6858000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375C3140-599F-9DA2-5FCB-E81B23A07EC2}"/>
              </a:ext>
            </a:extLst>
          </p:cNvPr>
          <p:cNvSpPr/>
          <p:nvPr userDrawn="1"/>
        </p:nvSpPr>
        <p:spPr>
          <a:xfrm>
            <a:off x="304800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err="1"/>
              <a:t>Insert</a:t>
            </a:r>
            <a:r>
              <a:rPr lang="it-IT" b="1" dirty="0"/>
              <a:t> image </a:t>
            </a:r>
            <a:r>
              <a:rPr lang="it-IT" b="1" dirty="0" err="1"/>
              <a:t>here</a:t>
            </a:r>
            <a:endParaRPr lang="it-IT" b="1" dirty="0"/>
          </a:p>
        </p:txBody>
      </p:sp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2CC5DCAA-720F-63A3-4509-924796DB8AB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16230" y="425464"/>
            <a:ext cx="2018740" cy="3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019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ING POINT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e 8">
            <a:extLst>
              <a:ext uri="{FF2B5EF4-FFF2-40B4-BE49-F238E27FC236}">
                <a16:creationId xmlns:a16="http://schemas.microsoft.com/office/drawing/2014/main" id="{DE15D68B-BA95-9D18-8A7D-52EE7070FFD3}"/>
              </a:ext>
            </a:extLst>
          </p:cNvPr>
          <p:cNvSpPr/>
          <p:nvPr userDrawn="1"/>
        </p:nvSpPr>
        <p:spPr>
          <a:xfrm>
            <a:off x="3365938" y="698938"/>
            <a:ext cx="5460124" cy="5460124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806DF379-A464-CA49-1239-056AD09482ED}"/>
              </a:ext>
            </a:extLst>
          </p:cNvPr>
          <p:cNvSpPr/>
          <p:nvPr userDrawn="1"/>
        </p:nvSpPr>
        <p:spPr>
          <a:xfrm>
            <a:off x="4168984" y="1213545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E00EDD1E-5E3E-1940-C8CE-45CB6DC00F82}"/>
              </a:ext>
            </a:extLst>
          </p:cNvPr>
          <p:cNvSpPr/>
          <p:nvPr userDrawn="1"/>
        </p:nvSpPr>
        <p:spPr>
          <a:xfrm>
            <a:off x="7667070" y="1213545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6E4E62A4-EF2B-F67B-A1FB-BF9D855AA755}"/>
              </a:ext>
            </a:extLst>
          </p:cNvPr>
          <p:cNvSpPr/>
          <p:nvPr userDrawn="1"/>
        </p:nvSpPr>
        <p:spPr>
          <a:xfrm>
            <a:off x="7691618" y="5300783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03081BAC-E167-0BD1-2CA0-43928549531F}"/>
              </a:ext>
            </a:extLst>
          </p:cNvPr>
          <p:cNvSpPr/>
          <p:nvPr userDrawn="1"/>
        </p:nvSpPr>
        <p:spPr>
          <a:xfrm>
            <a:off x="4168984" y="5313058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A24F5AC2-3B29-82BB-0EFE-887084E79254}"/>
              </a:ext>
            </a:extLst>
          </p:cNvPr>
          <p:cNvSpPr/>
          <p:nvPr userDrawn="1"/>
        </p:nvSpPr>
        <p:spPr>
          <a:xfrm>
            <a:off x="8660363" y="3263301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3" name="Ovale 2">
            <a:extLst>
              <a:ext uri="{FF2B5EF4-FFF2-40B4-BE49-F238E27FC236}">
                <a16:creationId xmlns:a16="http://schemas.microsoft.com/office/drawing/2014/main" id="{4B58E165-4C0C-4C97-613A-CF7DB63009EA}"/>
              </a:ext>
            </a:extLst>
          </p:cNvPr>
          <p:cNvSpPr/>
          <p:nvPr userDrawn="1"/>
        </p:nvSpPr>
        <p:spPr>
          <a:xfrm>
            <a:off x="3200239" y="3263301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12" name="Elemento grafico 11">
            <a:extLst>
              <a:ext uri="{FF2B5EF4-FFF2-40B4-BE49-F238E27FC236}">
                <a16:creationId xmlns:a16="http://schemas.microsoft.com/office/drawing/2014/main" id="{53B8E4D8-E7E5-8210-7E9D-753F7C5F1C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020" y="243777"/>
            <a:ext cx="11697258" cy="6618096"/>
          </a:xfrm>
          <a:prstGeom prst="rect">
            <a:avLst/>
          </a:prstGeom>
        </p:spPr>
      </p:pic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E41A0EF3-8ECB-6287-A016-4D32C78E98B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75903" y="2086837"/>
            <a:ext cx="3040194" cy="268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945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ING POINT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e 9">
            <a:extLst>
              <a:ext uri="{FF2B5EF4-FFF2-40B4-BE49-F238E27FC236}">
                <a16:creationId xmlns:a16="http://schemas.microsoft.com/office/drawing/2014/main" id="{7D94785C-6C1F-5290-A817-DEFEBE9BCA6E}"/>
              </a:ext>
            </a:extLst>
          </p:cNvPr>
          <p:cNvSpPr/>
          <p:nvPr userDrawn="1"/>
        </p:nvSpPr>
        <p:spPr>
          <a:xfrm>
            <a:off x="3365938" y="698938"/>
            <a:ext cx="5460124" cy="54601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806DF379-A464-CA49-1239-056AD09482ED}"/>
              </a:ext>
            </a:extLst>
          </p:cNvPr>
          <p:cNvSpPr/>
          <p:nvPr userDrawn="1"/>
        </p:nvSpPr>
        <p:spPr>
          <a:xfrm>
            <a:off x="3315138" y="2547045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E00EDD1E-5E3E-1940-C8CE-45CB6DC00F82}"/>
              </a:ext>
            </a:extLst>
          </p:cNvPr>
          <p:cNvSpPr/>
          <p:nvPr userDrawn="1"/>
        </p:nvSpPr>
        <p:spPr>
          <a:xfrm>
            <a:off x="8545464" y="2547045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6E4E62A4-EF2B-F67B-A1FB-BF9D855AA755}"/>
              </a:ext>
            </a:extLst>
          </p:cNvPr>
          <p:cNvSpPr/>
          <p:nvPr userDrawn="1"/>
        </p:nvSpPr>
        <p:spPr>
          <a:xfrm>
            <a:off x="7525920" y="5446986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03081BAC-E167-0BD1-2CA0-43928549531F}"/>
              </a:ext>
            </a:extLst>
          </p:cNvPr>
          <p:cNvSpPr/>
          <p:nvPr userDrawn="1"/>
        </p:nvSpPr>
        <p:spPr>
          <a:xfrm>
            <a:off x="4334684" y="5446986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4BABCC1D-4AC5-F71E-5A82-74BE246D786D}"/>
              </a:ext>
            </a:extLst>
          </p:cNvPr>
          <p:cNvSpPr/>
          <p:nvPr userDrawn="1"/>
        </p:nvSpPr>
        <p:spPr>
          <a:xfrm>
            <a:off x="5930301" y="533239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2000A2BF-97FB-08CA-7A1E-CEA088A081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020" y="243777"/>
            <a:ext cx="11697258" cy="6618096"/>
          </a:xfrm>
          <a:prstGeom prst="rect">
            <a:avLst/>
          </a:prstGeom>
        </p:spPr>
      </p:pic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6E2841BA-9242-5315-853C-B57EADB510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75903" y="2086837"/>
            <a:ext cx="3040194" cy="268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043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ING POIN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e 1">
            <a:extLst>
              <a:ext uri="{FF2B5EF4-FFF2-40B4-BE49-F238E27FC236}">
                <a16:creationId xmlns:a16="http://schemas.microsoft.com/office/drawing/2014/main" id="{50F8B4EE-1263-663D-5946-8396C9F70DB5}"/>
              </a:ext>
            </a:extLst>
          </p:cNvPr>
          <p:cNvSpPr/>
          <p:nvPr userDrawn="1"/>
        </p:nvSpPr>
        <p:spPr>
          <a:xfrm>
            <a:off x="3365938" y="698938"/>
            <a:ext cx="5460124" cy="54601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806DF379-A464-CA49-1239-056AD09482ED}"/>
              </a:ext>
            </a:extLst>
          </p:cNvPr>
          <p:cNvSpPr/>
          <p:nvPr userDrawn="1"/>
        </p:nvSpPr>
        <p:spPr>
          <a:xfrm>
            <a:off x="4168984" y="1213545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E00EDD1E-5E3E-1940-C8CE-45CB6DC00F82}"/>
              </a:ext>
            </a:extLst>
          </p:cNvPr>
          <p:cNvSpPr/>
          <p:nvPr userDrawn="1"/>
        </p:nvSpPr>
        <p:spPr>
          <a:xfrm>
            <a:off x="7667070" y="1213545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6E4E62A4-EF2B-F67B-A1FB-BF9D855AA755}"/>
              </a:ext>
            </a:extLst>
          </p:cNvPr>
          <p:cNvSpPr/>
          <p:nvPr userDrawn="1"/>
        </p:nvSpPr>
        <p:spPr>
          <a:xfrm>
            <a:off x="7691618" y="5300783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03081BAC-E167-0BD1-2CA0-43928549531F}"/>
              </a:ext>
            </a:extLst>
          </p:cNvPr>
          <p:cNvSpPr/>
          <p:nvPr userDrawn="1"/>
        </p:nvSpPr>
        <p:spPr>
          <a:xfrm>
            <a:off x="4168984" y="5313058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3BEE096F-B7D0-8867-1064-2FD7646F7B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020" y="243777"/>
            <a:ext cx="11697258" cy="6618096"/>
          </a:xfrm>
          <a:prstGeom prst="rect">
            <a:avLst/>
          </a:prstGeom>
        </p:spPr>
      </p:pic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6655C8FE-3B6E-C6F7-7C6F-BEFE2821D99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75903" y="2086837"/>
            <a:ext cx="3040194" cy="268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569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ING POIN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e 1">
            <a:extLst>
              <a:ext uri="{FF2B5EF4-FFF2-40B4-BE49-F238E27FC236}">
                <a16:creationId xmlns:a16="http://schemas.microsoft.com/office/drawing/2014/main" id="{A7D889C6-5161-09B5-05CC-9321056B6E64}"/>
              </a:ext>
            </a:extLst>
          </p:cNvPr>
          <p:cNvSpPr/>
          <p:nvPr userDrawn="1"/>
        </p:nvSpPr>
        <p:spPr>
          <a:xfrm>
            <a:off x="3365938" y="698938"/>
            <a:ext cx="5460124" cy="54601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E00EDD1E-5E3E-1940-C8CE-45CB6DC00F82}"/>
              </a:ext>
            </a:extLst>
          </p:cNvPr>
          <p:cNvSpPr/>
          <p:nvPr userDrawn="1"/>
        </p:nvSpPr>
        <p:spPr>
          <a:xfrm>
            <a:off x="5930301" y="533239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6E4E62A4-EF2B-F67B-A1FB-BF9D855AA755}"/>
              </a:ext>
            </a:extLst>
          </p:cNvPr>
          <p:cNvSpPr/>
          <p:nvPr userDrawn="1"/>
        </p:nvSpPr>
        <p:spPr>
          <a:xfrm>
            <a:off x="8304325" y="4501134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03081BAC-E167-0BD1-2CA0-43928549531F}"/>
              </a:ext>
            </a:extLst>
          </p:cNvPr>
          <p:cNvSpPr/>
          <p:nvPr userDrawn="1"/>
        </p:nvSpPr>
        <p:spPr>
          <a:xfrm>
            <a:off x="3556277" y="4501134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E59463C6-6567-504F-1F37-47EFA59E45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020" y="243777"/>
            <a:ext cx="11697258" cy="6618096"/>
          </a:xfrm>
          <a:prstGeom prst="rect">
            <a:avLst/>
          </a:prstGeom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FA819A95-FE5C-3E27-7399-1A47BF4246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75903" y="2086837"/>
            <a:ext cx="3040194" cy="268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021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ING POI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e 1">
            <a:extLst>
              <a:ext uri="{FF2B5EF4-FFF2-40B4-BE49-F238E27FC236}">
                <a16:creationId xmlns:a16="http://schemas.microsoft.com/office/drawing/2014/main" id="{F5C868E0-C59D-4CC6-A9F4-DFAFCDABA03F}"/>
              </a:ext>
            </a:extLst>
          </p:cNvPr>
          <p:cNvSpPr/>
          <p:nvPr userDrawn="1"/>
        </p:nvSpPr>
        <p:spPr>
          <a:xfrm>
            <a:off x="3365938" y="698938"/>
            <a:ext cx="5460124" cy="54601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6E4E62A4-EF2B-F67B-A1FB-BF9D855AA755}"/>
              </a:ext>
            </a:extLst>
          </p:cNvPr>
          <p:cNvSpPr/>
          <p:nvPr userDrawn="1"/>
        </p:nvSpPr>
        <p:spPr>
          <a:xfrm>
            <a:off x="8660363" y="3263301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03081BAC-E167-0BD1-2CA0-43928549531F}"/>
              </a:ext>
            </a:extLst>
          </p:cNvPr>
          <p:cNvSpPr/>
          <p:nvPr userDrawn="1"/>
        </p:nvSpPr>
        <p:spPr>
          <a:xfrm>
            <a:off x="3200239" y="3263301"/>
            <a:ext cx="331398" cy="331398"/>
          </a:xfrm>
          <a:prstGeom prst="ellipse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951664DF-88A3-6DE8-1B71-DA46C71057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020" y="243777"/>
            <a:ext cx="11697258" cy="6618096"/>
          </a:xfrm>
          <a:prstGeom prst="rect">
            <a:avLst/>
          </a:prstGeom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8B6AA865-B4C6-15F2-7E85-E004FF7734A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75903" y="2086837"/>
            <a:ext cx="3040194" cy="268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69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2AAA71FD-F41B-19B9-5E59-3484E4D06B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616579" y="1985779"/>
            <a:ext cx="6561200" cy="25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1610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470B1D59-DE5C-E575-88D6-01E7F7929B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1985779" y="2282579"/>
            <a:ext cx="6561200" cy="25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145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1">
    <p:bg>
      <p:bgPr>
        <a:gradFill>
          <a:gsLst>
            <a:gs pos="72000">
              <a:schemeClr val="bg2">
                <a:alpha val="14000"/>
              </a:schemeClr>
            </a:gs>
            <a:gs pos="100000">
              <a:schemeClr val="accent2">
                <a:alpha val="2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87D77685-FA01-BCA8-6F53-F5BD032F17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92" y="436133"/>
            <a:ext cx="727798" cy="64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969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simple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494E0EA2-3230-99AD-74C2-C3F687572D27}"/>
              </a:ext>
            </a:extLst>
          </p:cNvPr>
          <p:cNvSpPr/>
          <p:nvPr userDrawn="1"/>
        </p:nvSpPr>
        <p:spPr>
          <a:xfrm>
            <a:off x="4202387" y="443891"/>
            <a:ext cx="7547431" cy="3358292"/>
          </a:xfrm>
          <a:prstGeom prst="roundRect">
            <a:avLst/>
          </a:prstGeom>
          <a:solidFill>
            <a:schemeClr val="accent5"/>
          </a:solidFill>
          <a:ln w="254000" cmpd="dbl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err="1">
                <a:latin typeface="+mj-lt"/>
              </a:rPr>
              <a:t>Insert</a:t>
            </a:r>
            <a:r>
              <a:rPr lang="it-IT" b="1" dirty="0">
                <a:latin typeface="+mj-lt"/>
              </a:rPr>
              <a:t> image </a:t>
            </a:r>
            <a:r>
              <a:rPr lang="it-IT" b="1" dirty="0" err="1">
                <a:latin typeface="+mj-lt"/>
              </a:rPr>
              <a:t>here</a:t>
            </a:r>
            <a:endParaRPr lang="it-IT" b="1" dirty="0">
              <a:latin typeface="+mj-lt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6EA6C648-0669-EE03-E245-9F8355F3C4A0}"/>
              </a:ext>
            </a:extLst>
          </p:cNvPr>
          <p:cNvSpPr/>
          <p:nvPr userDrawn="1"/>
        </p:nvSpPr>
        <p:spPr>
          <a:xfrm>
            <a:off x="4083112" y="325924"/>
            <a:ext cx="7785981" cy="3594226"/>
          </a:xfrm>
          <a:prstGeom prst="roundRect">
            <a:avLst>
              <a:gd name="adj" fmla="val 18779"/>
            </a:avLst>
          </a:prstGeom>
          <a:noFill/>
          <a:ln w="254000" cmpd="dbl"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512409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simple_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EF6EE99B-73E7-641E-87C3-288248A70CD6}"/>
              </a:ext>
            </a:extLst>
          </p:cNvPr>
          <p:cNvSpPr/>
          <p:nvPr userDrawn="1"/>
        </p:nvSpPr>
        <p:spPr>
          <a:xfrm>
            <a:off x="6101348" y="658051"/>
            <a:ext cx="5505884" cy="276701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err="1">
                <a:latin typeface="+mj-lt"/>
              </a:rPr>
              <a:t>Insert</a:t>
            </a:r>
            <a:r>
              <a:rPr lang="it-IT" b="1" dirty="0">
                <a:latin typeface="+mj-lt"/>
              </a:rPr>
              <a:t> image </a:t>
            </a:r>
            <a:r>
              <a:rPr lang="it-IT" b="1" dirty="0" err="1">
                <a:latin typeface="+mj-lt"/>
              </a:rPr>
              <a:t>here</a:t>
            </a:r>
            <a:endParaRPr lang="it-IT" b="1" dirty="0">
              <a:latin typeface="+mj-lt"/>
            </a:endParaRP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A90F0B04-FB87-A64D-F502-F09F518AAA7F}"/>
              </a:ext>
            </a:extLst>
          </p:cNvPr>
          <p:cNvSpPr/>
          <p:nvPr userDrawn="1"/>
        </p:nvSpPr>
        <p:spPr>
          <a:xfrm>
            <a:off x="5984341" y="534154"/>
            <a:ext cx="5739898" cy="3014804"/>
          </a:xfrm>
          <a:prstGeom prst="roundRect">
            <a:avLst>
              <a:gd name="adj" fmla="val 18779"/>
            </a:avLst>
          </a:prstGeom>
          <a:noFill/>
          <a:ln w="254000" cmpd="dbl"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99206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_1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BC453484-9B19-1A95-C187-401DD6398D6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707B902-A546-F694-FE4B-5EDCC71851BF}"/>
              </a:ext>
            </a:extLst>
          </p:cNvPr>
          <p:cNvSpPr txBox="1"/>
          <p:nvPr userDrawn="1"/>
        </p:nvSpPr>
        <p:spPr>
          <a:xfrm>
            <a:off x="7105650" y="3105835"/>
            <a:ext cx="4076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spc="0" dirty="0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2800" spc="0" dirty="0" err="1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2800" spc="0" dirty="0">
              <a:solidFill>
                <a:schemeClr val="bg1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2651AC45-22C0-25D9-D22A-F15007C3CD97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1584" y="757435"/>
            <a:ext cx="4514416" cy="0"/>
          </a:xfrm>
          <a:prstGeom prst="line">
            <a:avLst/>
          </a:prstGeom>
          <a:ln w="76200" cmpd="dbl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592A781C-9F30-C524-17B5-F1080FD5CE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92" y="436133"/>
            <a:ext cx="727798" cy="64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0412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sual_1R_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BC453484-9B19-1A95-C187-401DD6398D60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707B902-A546-F694-FE4B-5EDCC71851BF}"/>
              </a:ext>
            </a:extLst>
          </p:cNvPr>
          <p:cNvSpPr txBox="1"/>
          <p:nvPr userDrawn="1"/>
        </p:nvSpPr>
        <p:spPr>
          <a:xfrm>
            <a:off x="7105650" y="3105835"/>
            <a:ext cx="407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spc="0" dirty="0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3600" spc="0" dirty="0" err="1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3600" spc="0" dirty="0">
              <a:solidFill>
                <a:schemeClr val="bg1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85B06345-2D19-D2AD-20DB-58D47121E48E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1584" y="757435"/>
            <a:ext cx="4514416" cy="0"/>
          </a:xfrm>
          <a:prstGeom prst="line">
            <a:avLst/>
          </a:prstGeom>
          <a:ln w="76200" cmpd="dbl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1111177D-DB61-3C4B-D26C-27444C8FF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92" y="436133"/>
            <a:ext cx="727798" cy="64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1479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_1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D8F81B27-6399-BF6C-58E4-D7E78C2B1B2C}"/>
              </a:ext>
            </a:extLst>
          </p:cNvPr>
          <p:cNvSpPr/>
          <p:nvPr userDrawn="1"/>
        </p:nvSpPr>
        <p:spPr>
          <a:xfrm>
            <a:off x="791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E078847-3159-5DE8-924A-91254273436B}"/>
              </a:ext>
            </a:extLst>
          </p:cNvPr>
          <p:cNvSpPr txBox="1"/>
          <p:nvPr userDrawn="1"/>
        </p:nvSpPr>
        <p:spPr>
          <a:xfrm>
            <a:off x="1025309" y="3105835"/>
            <a:ext cx="4076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spc="0" dirty="0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2800" spc="0" dirty="0" err="1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2800" spc="0" dirty="0">
              <a:solidFill>
                <a:schemeClr val="bg1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8842C83B-2C2D-3AC3-D2D5-4734B3C3C1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56996" y="436133"/>
            <a:ext cx="727798" cy="642605"/>
          </a:xfrm>
          <a:prstGeom prst="rect">
            <a:avLst/>
          </a:prstGeom>
        </p:spPr>
      </p:pic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3D681439-2F88-6418-4650-7B82B58ED175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6000" y="757435"/>
            <a:ext cx="4514416" cy="0"/>
          </a:xfrm>
          <a:prstGeom prst="line">
            <a:avLst/>
          </a:prstGeom>
          <a:ln w="76200" cmpd="dbl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8538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_1L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7DDE23E0-143E-2E8E-E77C-828209087047}"/>
              </a:ext>
            </a:extLst>
          </p:cNvPr>
          <p:cNvSpPr/>
          <p:nvPr userDrawn="1"/>
        </p:nvSpPr>
        <p:spPr>
          <a:xfrm>
            <a:off x="0" y="2232"/>
            <a:ext cx="6096000" cy="68557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A09DDD9-73A9-DA1B-7742-078AFBDEFDB2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D4D8652-B445-8A9F-9AD2-130DE7FD51FA}"/>
              </a:ext>
            </a:extLst>
          </p:cNvPr>
          <p:cNvSpPr txBox="1"/>
          <p:nvPr userDrawn="1"/>
        </p:nvSpPr>
        <p:spPr>
          <a:xfrm>
            <a:off x="1009650" y="3105835"/>
            <a:ext cx="407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spc="0" dirty="0">
                <a:solidFill>
                  <a:schemeClr val="bg2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3600" spc="0" dirty="0" err="1">
                <a:solidFill>
                  <a:schemeClr val="bg2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3600" spc="0" dirty="0">
              <a:solidFill>
                <a:schemeClr val="bg2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1C95A591-3293-2585-A369-141B0BE144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56996" y="436133"/>
            <a:ext cx="727798" cy="642605"/>
          </a:xfrm>
          <a:prstGeom prst="rect">
            <a:avLst/>
          </a:prstGeom>
        </p:spPr>
      </p:pic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562CDDDE-F888-4A59-0688-3A7AECDB1BE8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6000" y="757435"/>
            <a:ext cx="4514416" cy="0"/>
          </a:xfrm>
          <a:prstGeom prst="line">
            <a:avLst/>
          </a:prstGeom>
          <a:ln w="76200" cmpd="dbl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0118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D137B736-D737-A546-EEF9-3D523E0986DF}"/>
              </a:ext>
            </a:extLst>
          </p:cNvPr>
          <p:cNvSpPr/>
          <p:nvPr userDrawn="1"/>
        </p:nvSpPr>
        <p:spPr>
          <a:xfrm>
            <a:off x="812973" y="1258887"/>
            <a:ext cx="4940652" cy="50085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DFB6E357-EB9F-A0CF-0F41-74693CC5087B}"/>
              </a:ext>
            </a:extLst>
          </p:cNvPr>
          <p:cNvSpPr/>
          <p:nvPr userDrawn="1"/>
        </p:nvSpPr>
        <p:spPr>
          <a:xfrm>
            <a:off x="6429376" y="1258887"/>
            <a:ext cx="4940652" cy="50085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48E250D-497D-C6B1-5EFF-7A624383A5EF}"/>
              </a:ext>
            </a:extLst>
          </p:cNvPr>
          <p:cNvSpPr txBox="1"/>
          <p:nvPr userDrawn="1"/>
        </p:nvSpPr>
        <p:spPr>
          <a:xfrm>
            <a:off x="1244949" y="3379538"/>
            <a:ext cx="407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spc="0" dirty="0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2400" spc="0" dirty="0" err="1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2400" spc="0" dirty="0">
              <a:solidFill>
                <a:schemeClr val="bg1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6CF603C-20AA-9CE0-98DF-3B92E36A4C57}"/>
              </a:ext>
            </a:extLst>
          </p:cNvPr>
          <p:cNvSpPr txBox="1"/>
          <p:nvPr userDrawn="1"/>
        </p:nvSpPr>
        <p:spPr>
          <a:xfrm>
            <a:off x="6861352" y="3379538"/>
            <a:ext cx="4076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spc="0" dirty="0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2400" spc="0" dirty="0" err="1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2400" spc="0" dirty="0">
              <a:solidFill>
                <a:schemeClr val="bg1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C8A9ABF6-1ED2-14D1-D1F2-EEBA0DA83B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92" y="436133"/>
            <a:ext cx="727798" cy="642605"/>
          </a:xfrm>
          <a:prstGeom prst="rect">
            <a:avLst/>
          </a:prstGeom>
        </p:spPr>
      </p:pic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22FFCD5B-E499-E30B-F745-FF0DA3903F86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1584" y="757435"/>
            <a:ext cx="10020300" cy="0"/>
          </a:xfrm>
          <a:prstGeom prst="line">
            <a:avLst/>
          </a:prstGeom>
          <a:ln w="76200" cmpd="dbl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4026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sual_2_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BCD19FE2-257B-0101-0D7A-66A8687B79A2}"/>
              </a:ext>
            </a:extLst>
          </p:cNvPr>
          <p:cNvSpPr/>
          <p:nvPr userDrawn="1"/>
        </p:nvSpPr>
        <p:spPr>
          <a:xfrm>
            <a:off x="812973" y="1258888"/>
            <a:ext cx="4940652" cy="42751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E0508E87-EFBE-EC51-5CF5-2FD1A448A464}"/>
              </a:ext>
            </a:extLst>
          </p:cNvPr>
          <p:cNvSpPr/>
          <p:nvPr userDrawn="1"/>
        </p:nvSpPr>
        <p:spPr>
          <a:xfrm>
            <a:off x="6429376" y="1258888"/>
            <a:ext cx="4940652" cy="42751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6386D7D-1293-494D-F186-1B4780EA4EDA}"/>
              </a:ext>
            </a:extLst>
          </p:cNvPr>
          <p:cNvSpPr txBox="1"/>
          <p:nvPr userDrawn="1"/>
        </p:nvSpPr>
        <p:spPr>
          <a:xfrm>
            <a:off x="1610248" y="3198167"/>
            <a:ext cx="3304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spc="0" dirty="0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2000" spc="0" dirty="0" err="1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2000" spc="0" dirty="0">
              <a:solidFill>
                <a:schemeClr val="bg1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24E20D9-6960-6D71-962C-174EA8A2D89D}"/>
              </a:ext>
            </a:extLst>
          </p:cNvPr>
          <p:cNvSpPr txBox="1"/>
          <p:nvPr userDrawn="1"/>
        </p:nvSpPr>
        <p:spPr>
          <a:xfrm>
            <a:off x="7226651" y="3198167"/>
            <a:ext cx="3304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spc="0" dirty="0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2000" spc="0" dirty="0" err="1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2000" spc="0" dirty="0">
              <a:solidFill>
                <a:schemeClr val="bg1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676AF29C-8192-9668-7BD4-F2C59787B7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92" y="436133"/>
            <a:ext cx="727798" cy="642605"/>
          </a:xfrm>
          <a:prstGeom prst="rect">
            <a:avLst/>
          </a:prstGeom>
        </p:spPr>
      </p:pic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C2DB43CB-2E76-9AB8-D244-64CECBA61BF8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1584" y="757435"/>
            <a:ext cx="10020300" cy="0"/>
          </a:xfrm>
          <a:prstGeom prst="line">
            <a:avLst/>
          </a:prstGeom>
          <a:ln w="76200" cmpd="dbl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17837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_2_DARK_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CC2EA70-5447-69D4-5F5D-F97218996FAC}"/>
              </a:ext>
            </a:extLst>
          </p:cNvPr>
          <p:cNvSpPr/>
          <p:nvPr userDrawn="1"/>
        </p:nvSpPr>
        <p:spPr>
          <a:xfrm>
            <a:off x="812973" y="1258888"/>
            <a:ext cx="4940652" cy="42751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4B980BB-B7F4-E5A9-02A1-395922AAC281}"/>
              </a:ext>
            </a:extLst>
          </p:cNvPr>
          <p:cNvSpPr/>
          <p:nvPr userDrawn="1"/>
        </p:nvSpPr>
        <p:spPr>
          <a:xfrm>
            <a:off x="6429376" y="1258888"/>
            <a:ext cx="4940652" cy="42751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7E439AE-B3D3-C0BD-E895-73DAC983BF5C}"/>
              </a:ext>
            </a:extLst>
          </p:cNvPr>
          <p:cNvSpPr txBox="1"/>
          <p:nvPr userDrawn="1"/>
        </p:nvSpPr>
        <p:spPr>
          <a:xfrm>
            <a:off x="1610248" y="3198167"/>
            <a:ext cx="3304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spc="0" dirty="0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2000" spc="0" dirty="0" err="1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2000" spc="0" dirty="0">
              <a:solidFill>
                <a:schemeClr val="bg1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DF1B86E-EE22-40A5-00B4-19425DEEA73D}"/>
              </a:ext>
            </a:extLst>
          </p:cNvPr>
          <p:cNvSpPr txBox="1"/>
          <p:nvPr userDrawn="1"/>
        </p:nvSpPr>
        <p:spPr>
          <a:xfrm>
            <a:off x="7226651" y="3198167"/>
            <a:ext cx="3304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spc="0" dirty="0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2000" spc="0" dirty="0" err="1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2000" spc="0" dirty="0">
              <a:solidFill>
                <a:schemeClr val="bg1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5BFB2045-B50C-82F4-F3A6-121C7F282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492" y="436133"/>
            <a:ext cx="727798" cy="642605"/>
          </a:xfrm>
          <a:prstGeom prst="rect">
            <a:avLst/>
          </a:prstGeom>
        </p:spPr>
      </p:pic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C5509EBE-D3D3-837C-429F-E53374D409D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1584" y="757435"/>
            <a:ext cx="10020300" cy="0"/>
          </a:xfrm>
          <a:prstGeom prst="line">
            <a:avLst/>
          </a:prstGeom>
          <a:ln w="76200" cmpd="dbl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3132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IZ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A767F2B9-B6B4-5A63-99FA-23AACCC01ABA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D30AA4D-15BC-335E-A2BC-BD7D238F80D0}"/>
              </a:ext>
            </a:extLst>
          </p:cNvPr>
          <p:cNvSpPr txBox="1"/>
          <p:nvPr userDrawn="1"/>
        </p:nvSpPr>
        <p:spPr>
          <a:xfrm>
            <a:off x="4443968" y="3136612"/>
            <a:ext cx="33040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spc="0" dirty="0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3200" spc="0" dirty="0" err="1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3200" spc="0" dirty="0">
              <a:solidFill>
                <a:schemeClr val="bg1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6159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IZE IMAGE_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A767F2B9-B6B4-5A63-99FA-23AACCC01ABA}"/>
              </a:ext>
            </a:extLst>
          </p:cNvPr>
          <p:cNvSpPr/>
          <p:nvPr userDrawn="1"/>
        </p:nvSpPr>
        <p:spPr>
          <a:xfrm>
            <a:off x="0" y="0"/>
            <a:ext cx="12191999" cy="5953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C6FD6AD-C84A-8262-5DF2-6F4AB7698A4C}"/>
              </a:ext>
            </a:extLst>
          </p:cNvPr>
          <p:cNvSpPr txBox="1"/>
          <p:nvPr userDrawn="1"/>
        </p:nvSpPr>
        <p:spPr>
          <a:xfrm>
            <a:off x="4443968" y="2684174"/>
            <a:ext cx="33040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spc="0" dirty="0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Image </a:t>
            </a:r>
            <a:r>
              <a:rPr lang="it-IT" sz="3200" spc="0" dirty="0" err="1">
                <a:solidFill>
                  <a:schemeClr val="bg1"/>
                </a:solidFill>
                <a:latin typeface="+mj-lt"/>
                <a:ea typeface="Cornerstone" pitchFamily="2" charset="-128"/>
                <a:cs typeface="Rajdhani Bold" panose="02000000000000000000" pitchFamily="2" charset="0"/>
              </a:rPr>
              <a:t>here</a:t>
            </a:r>
            <a:endParaRPr lang="it-IT" sz="3200" spc="0" dirty="0">
              <a:solidFill>
                <a:schemeClr val="bg1"/>
              </a:solidFill>
              <a:latin typeface="+mj-lt"/>
              <a:ea typeface="Cornerstone" pitchFamily="2" charset="-128"/>
              <a:cs typeface="Rajdhani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63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-YOU_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2A433801-10C8-D9BA-ADF6-A9CDD54A3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554028" y="6318528"/>
            <a:ext cx="1083944" cy="22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015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224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93" r:id="rId2"/>
    <p:sldLayoutId id="2147483660" r:id="rId3"/>
    <p:sldLayoutId id="2147483691" r:id="rId4"/>
    <p:sldLayoutId id="2147483680" r:id="rId5"/>
    <p:sldLayoutId id="2147483649" r:id="rId6"/>
    <p:sldLayoutId id="2147483697" r:id="rId7"/>
    <p:sldLayoutId id="2147483682" r:id="rId8"/>
    <p:sldLayoutId id="2147483681" r:id="rId9"/>
    <p:sldLayoutId id="2147483695" r:id="rId10"/>
    <p:sldLayoutId id="2147483694" r:id="rId11"/>
    <p:sldLayoutId id="2147483696" r:id="rId12"/>
    <p:sldLayoutId id="2147483701" r:id="rId13"/>
    <p:sldLayoutId id="2147483684" r:id="rId14"/>
    <p:sldLayoutId id="2147483685" r:id="rId15"/>
    <p:sldLayoutId id="2147483650" r:id="rId16"/>
    <p:sldLayoutId id="2147483686" r:id="rId17"/>
    <p:sldLayoutId id="2147483651" r:id="rId18"/>
    <p:sldLayoutId id="2147483687" r:id="rId19"/>
    <p:sldLayoutId id="2147483652" r:id="rId20"/>
    <p:sldLayoutId id="2147483674" r:id="rId21"/>
    <p:sldLayoutId id="2147483700" r:id="rId22"/>
    <p:sldLayoutId id="2147483675" r:id="rId23"/>
    <p:sldLayoutId id="2147483688" r:id="rId24"/>
    <p:sldLayoutId id="2147483689" r:id="rId25"/>
    <p:sldLayoutId id="2147483658" r:id="rId26"/>
    <p:sldLayoutId id="2147483659" r:id="rId27"/>
    <p:sldLayoutId id="2147483653" r:id="rId28"/>
    <p:sldLayoutId id="2147483654" r:id="rId29"/>
    <p:sldLayoutId id="2147483655" r:id="rId30"/>
    <p:sldLayoutId id="2147483656" r:id="rId31"/>
    <p:sldLayoutId id="2147483657" r:id="rId32"/>
    <p:sldLayoutId id="2147483661" r:id="rId33"/>
    <p:sldLayoutId id="2147483664" r:id="rId34"/>
    <p:sldLayoutId id="2147483676" r:id="rId35"/>
    <p:sldLayoutId id="2147483662" r:id="rId36"/>
    <p:sldLayoutId id="2147483699" r:id="rId37"/>
    <p:sldLayoutId id="2147483663" r:id="rId38"/>
    <p:sldLayoutId id="2147483665" r:id="rId39"/>
    <p:sldLayoutId id="2147483666" r:id="rId40"/>
    <p:sldLayoutId id="2147483669" r:id="rId41"/>
    <p:sldLayoutId id="2147483667" r:id="rId42"/>
    <p:sldLayoutId id="2147483670" r:id="rId43"/>
    <p:sldLayoutId id="2147483671" r:id="rId44"/>
    <p:sldLayoutId id="2147483690" r:id="rId4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Kicker"/>
          <p:cNvSpPr txBox="1"/>
          <p:nvPr/>
        </p:nvSpPr>
        <p:spPr>
          <a:xfrm>
            <a:off x="560000" y="360000"/>
            <a:ext cx="104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500" b="1">
                <a:solidFill>
                  <a:srgbClr val="E94F2E"/>
                </a:solidFill>
                <a:latin typeface="Rajdhani Medium"/>
              </a:rPr>
              <a:t>WP5 ROLE</a:t>
            </a:r>
            <a:endParaRPr lang="en-US" sz="1500"/>
          </a:p>
        </p:txBody>
      </p:sp>
      <p:sp>
        <p:nvSpPr>
          <p:cNvPr id="3" name="Title"/>
          <p:cNvSpPr txBox="1"/>
          <p:nvPr/>
        </p:nvSpPr>
        <p:spPr>
          <a:xfrm>
            <a:off x="560000" y="760000"/>
            <a:ext cx="10400000" cy="9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FFFFFF"/>
                </a:solidFill>
                <a:latin typeface="Rajdhani Medium"/>
              </a:rPr>
              <a:t>SUMA Day 2: from project evidence to a buildable prototype</a:t>
            </a:r>
            <a:endParaRPr lang="en-US" sz="3800"/>
          </a:p>
        </p:txBody>
      </p:sp>
      <p:sp>
        <p:nvSpPr>
          <p:cNvPr id="4" name="Subtitle"/>
          <p:cNvSpPr txBox="1"/>
          <p:nvPr/>
        </p:nvSpPr>
        <p:spPr>
          <a:xfrm>
            <a:off x="580000" y="1780000"/>
            <a:ext cx="9800000" cy="6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150">
                <a:solidFill>
                  <a:srgbClr val="F7F1E6"/>
                </a:solidFill>
                <a:latin typeface="Rajdhani Medium"/>
              </a:rPr>
              <a:t>Rhoe converts Day 1 use cases, requirements, ontology objects, KPIs, and pilot constraints into SUMA functions, API contracts, architecture modules, and backlog owners.</a:t>
            </a:r>
            <a:endParaRPr lang="en-US" sz="2150"/>
          </a:p>
        </p:txBody>
      </p:sp>
      <p:sp>
        <p:nvSpPr>
          <p:cNvPr id="200" name="Footer"/>
          <p:cNvSpPr txBox="1"/>
          <p:nvPr/>
        </p:nvSpPr>
        <p:spPr>
          <a:xfrm>
            <a:off x="560000" y="630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50">
                <a:solidFill>
                  <a:srgbClr val="B7C7CB"/>
                </a:solidFill>
                <a:latin typeface="Rajdhani Medium"/>
              </a:rPr>
              <a:t>AntifragiCity SUMA | WP5 Mini-GA Day 2 input | internal Rhoe intro</a:t>
            </a:r>
            <a:endParaRPr lang="en-US" sz="11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Kicker"/>
          <p:cNvSpPr txBox="1"/>
          <p:nvPr/>
        </p:nvSpPr>
        <p:spPr>
          <a:xfrm>
            <a:off x="560000" y="360000"/>
            <a:ext cx="104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500" b="1">
                <a:solidFill>
                  <a:srgbClr val="E94F2E"/>
                </a:solidFill>
                <a:latin typeface="Rajdhani Medium"/>
              </a:rPr>
              <a:t>OPERATING MODEL</a:t>
            </a:r>
            <a:endParaRPr lang="en-US" sz="1500"/>
          </a:p>
        </p:txBody>
      </p:sp>
      <p:sp>
        <p:nvSpPr>
          <p:cNvPr id="3" name="Title"/>
          <p:cNvSpPr txBox="1"/>
          <p:nvPr/>
        </p:nvSpPr>
        <p:spPr>
          <a:xfrm>
            <a:off x="560000" y="760000"/>
            <a:ext cx="10400000" cy="9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10232E"/>
                </a:solidFill>
                <a:latin typeface="Rajdhani Medium"/>
              </a:rPr>
              <a:t>Use one traceability chain for every Mini-GA decision</a:t>
            </a:r>
            <a:endParaRPr lang="en-US" sz="3800"/>
          </a:p>
        </p:txBody>
      </p:sp>
      <p:sp>
        <p:nvSpPr>
          <p:cNvPr id="4" name="Subtitle"/>
          <p:cNvSpPr txBox="1"/>
          <p:nvPr/>
        </p:nvSpPr>
        <p:spPr>
          <a:xfrm>
            <a:off x="580000" y="1780000"/>
            <a:ext cx="9800000" cy="6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150">
                <a:solidFill>
                  <a:srgbClr val="263238"/>
                </a:solidFill>
                <a:latin typeface="Rajdhani Medium"/>
              </a:rPr>
              <a:t>If an item cannot move along this chain, it is a discussion point, not yet a buildable SUMA commitment.</a:t>
            </a:r>
            <a:endParaRPr lang="en-US" sz="2150"/>
          </a:p>
        </p:txBody>
      </p:sp>
      <p:sp>
        <p:nvSpPr>
          <p:cNvPr id="20" name="Block"/>
          <p:cNvSpPr/>
          <p:nvPr/>
        </p:nvSpPr>
        <p:spPr>
          <a:xfrm>
            <a:off x="480000" y="2650000"/>
            <a:ext cx="1350000" cy="820000"/>
          </a:xfrm>
          <a:prstGeom prst="rect">
            <a:avLst/>
          </a:prstGeom>
          <a:solidFill>
            <a:srgbClr val="FFFFFF"/>
          </a:solidFill>
          <a:ln w="22000">
            <a:solidFill>
              <a:srgbClr val="E94F2E"/>
            </a:solidFill>
          </a:ln>
        </p:spPr>
        <p:txBody>
          <a:bodyPr/>
          <a:lstStyle/>
          <a:p/>
        </p:txBody>
      </p:sp>
      <p:sp>
        <p:nvSpPr>
          <p:cNvPr id="60" name="Chain"/>
          <p:cNvSpPr txBox="1"/>
          <p:nvPr/>
        </p:nvSpPr>
        <p:spPr>
          <a:xfrm>
            <a:off x="575000" y="2790000"/>
            <a:ext cx="116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680" b="1">
                <a:solidFill>
                  <a:srgbClr val="10232E"/>
                </a:solidFill>
                <a:latin typeface="Rajdhani Medium"/>
              </a:rPr>
              <a:t>Use case</a:t>
            </a:r>
            <a:endParaRPr lang="en-US" sz="1680"/>
          </a:p>
        </p:txBody>
      </p:sp>
      <p:sp>
        <p:nvSpPr>
          <p:cNvPr id="21" name="Block"/>
          <p:cNvSpPr/>
          <p:nvPr/>
        </p:nvSpPr>
        <p:spPr>
          <a:xfrm>
            <a:off x="1925000" y="2650000"/>
            <a:ext cx="1350000" cy="820000"/>
          </a:xfrm>
          <a:prstGeom prst="rect">
            <a:avLst/>
          </a:prstGeom>
          <a:solidFill>
            <a:srgbClr val="FFFFFF"/>
          </a:solidFill>
          <a:ln w="22000">
            <a:solidFill>
              <a:srgbClr val="E94F2E"/>
            </a:solidFill>
          </a:ln>
        </p:spPr>
        <p:txBody>
          <a:bodyPr/>
          <a:lstStyle/>
          <a:p/>
        </p:txBody>
      </p:sp>
      <p:sp>
        <p:nvSpPr>
          <p:cNvPr id="61" name="Chain"/>
          <p:cNvSpPr txBox="1"/>
          <p:nvPr/>
        </p:nvSpPr>
        <p:spPr>
          <a:xfrm>
            <a:off x="2020000" y="2790000"/>
            <a:ext cx="116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680" b="1">
                <a:solidFill>
                  <a:srgbClr val="10232E"/>
                </a:solidFill>
                <a:latin typeface="Rajdhani Medium"/>
              </a:rPr>
              <a:t>Requirement</a:t>
            </a:r>
            <a:endParaRPr lang="en-US" sz="1680"/>
          </a:p>
        </p:txBody>
      </p:sp>
      <p:sp>
        <p:nvSpPr>
          <p:cNvPr id="22" name="Block"/>
          <p:cNvSpPr/>
          <p:nvPr/>
        </p:nvSpPr>
        <p:spPr>
          <a:xfrm>
            <a:off x="3370000" y="2650000"/>
            <a:ext cx="1350000" cy="820000"/>
          </a:xfrm>
          <a:prstGeom prst="rect">
            <a:avLst/>
          </a:prstGeom>
          <a:solidFill>
            <a:srgbClr val="FFFFFF"/>
          </a:solidFill>
          <a:ln w="22000">
            <a:solidFill>
              <a:srgbClr val="E94F2E"/>
            </a:solidFill>
          </a:ln>
        </p:spPr>
        <p:txBody>
          <a:bodyPr/>
          <a:lstStyle/>
          <a:p/>
        </p:txBody>
      </p:sp>
      <p:sp>
        <p:nvSpPr>
          <p:cNvPr id="62" name="Chain"/>
          <p:cNvSpPr txBox="1"/>
          <p:nvPr/>
        </p:nvSpPr>
        <p:spPr>
          <a:xfrm>
            <a:off x="3465000" y="2790000"/>
            <a:ext cx="116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680" b="1">
                <a:solidFill>
                  <a:srgbClr val="10232E"/>
                </a:solidFill>
                <a:latin typeface="Rajdhani Medium"/>
              </a:rPr>
              <a:t>Data / ontology</a:t>
            </a:r>
            <a:endParaRPr lang="en-US" sz="1680"/>
          </a:p>
        </p:txBody>
      </p:sp>
      <p:sp>
        <p:nvSpPr>
          <p:cNvPr id="23" name="Block"/>
          <p:cNvSpPr/>
          <p:nvPr/>
        </p:nvSpPr>
        <p:spPr>
          <a:xfrm>
            <a:off x="4815000" y="2650000"/>
            <a:ext cx="1350000" cy="820000"/>
          </a:xfrm>
          <a:prstGeom prst="rect">
            <a:avLst/>
          </a:prstGeom>
          <a:solidFill>
            <a:srgbClr val="FFFFFF"/>
          </a:solidFill>
          <a:ln w="22000">
            <a:solidFill>
              <a:srgbClr val="E94F2E"/>
            </a:solidFill>
          </a:ln>
        </p:spPr>
        <p:txBody>
          <a:bodyPr/>
          <a:lstStyle/>
          <a:p/>
        </p:txBody>
      </p:sp>
      <p:sp>
        <p:nvSpPr>
          <p:cNvPr id="63" name="Chain"/>
          <p:cNvSpPr txBox="1"/>
          <p:nvPr/>
        </p:nvSpPr>
        <p:spPr>
          <a:xfrm>
            <a:off x="4910000" y="2790000"/>
            <a:ext cx="116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680" b="1">
                <a:solidFill>
                  <a:srgbClr val="10232E"/>
                </a:solidFill>
                <a:latin typeface="Rajdhani Medium"/>
              </a:rPr>
              <a:t>KPI</a:t>
            </a:r>
            <a:endParaRPr lang="en-US" sz="1680"/>
          </a:p>
        </p:txBody>
      </p:sp>
      <p:sp>
        <p:nvSpPr>
          <p:cNvPr id="24" name="Block"/>
          <p:cNvSpPr/>
          <p:nvPr/>
        </p:nvSpPr>
        <p:spPr>
          <a:xfrm>
            <a:off x="6260000" y="2650000"/>
            <a:ext cx="1350000" cy="820000"/>
          </a:xfrm>
          <a:prstGeom prst="rect">
            <a:avLst/>
          </a:prstGeom>
          <a:solidFill>
            <a:srgbClr val="FFFFFF"/>
          </a:solidFill>
          <a:ln w="22000">
            <a:solidFill>
              <a:srgbClr val="E94F2E"/>
            </a:solidFill>
          </a:ln>
        </p:spPr>
        <p:txBody>
          <a:bodyPr/>
          <a:lstStyle/>
          <a:p/>
        </p:txBody>
      </p:sp>
      <p:sp>
        <p:nvSpPr>
          <p:cNvPr id="64" name="Chain"/>
          <p:cNvSpPr txBox="1"/>
          <p:nvPr/>
        </p:nvSpPr>
        <p:spPr>
          <a:xfrm>
            <a:off x="6355000" y="2790000"/>
            <a:ext cx="116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680" b="1">
                <a:solidFill>
                  <a:srgbClr val="10232E"/>
                </a:solidFill>
                <a:latin typeface="Rajdhani Medium"/>
              </a:rPr>
              <a:t>Function</a:t>
            </a:r>
            <a:endParaRPr lang="en-US" sz="1680"/>
          </a:p>
        </p:txBody>
      </p:sp>
      <p:sp>
        <p:nvSpPr>
          <p:cNvPr id="25" name="Block"/>
          <p:cNvSpPr/>
          <p:nvPr/>
        </p:nvSpPr>
        <p:spPr>
          <a:xfrm>
            <a:off x="7705000" y="2650000"/>
            <a:ext cx="1350000" cy="820000"/>
          </a:xfrm>
          <a:prstGeom prst="rect">
            <a:avLst/>
          </a:prstGeom>
          <a:solidFill>
            <a:srgbClr val="FFFFFF"/>
          </a:solidFill>
          <a:ln w="22000">
            <a:solidFill>
              <a:srgbClr val="E94F2E"/>
            </a:solidFill>
          </a:ln>
        </p:spPr>
        <p:txBody>
          <a:bodyPr/>
          <a:lstStyle/>
          <a:p/>
        </p:txBody>
      </p:sp>
      <p:sp>
        <p:nvSpPr>
          <p:cNvPr id="65" name="Chain"/>
          <p:cNvSpPr txBox="1"/>
          <p:nvPr/>
        </p:nvSpPr>
        <p:spPr>
          <a:xfrm>
            <a:off x="7800000" y="2790000"/>
            <a:ext cx="116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680" b="1">
                <a:solidFill>
                  <a:srgbClr val="10232E"/>
                </a:solidFill>
                <a:latin typeface="Rajdhani Medium"/>
              </a:rPr>
              <a:t>API / service</a:t>
            </a:r>
            <a:endParaRPr lang="en-US" sz="1680"/>
          </a:p>
        </p:txBody>
      </p:sp>
      <p:sp>
        <p:nvSpPr>
          <p:cNvPr id="26" name="Block"/>
          <p:cNvSpPr/>
          <p:nvPr/>
        </p:nvSpPr>
        <p:spPr>
          <a:xfrm>
            <a:off x="9150000" y="2650000"/>
            <a:ext cx="1350000" cy="820000"/>
          </a:xfrm>
          <a:prstGeom prst="rect">
            <a:avLst/>
          </a:prstGeom>
          <a:solidFill>
            <a:srgbClr val="FFFFFF"/>
          </a:solidFill>
          <a:ln w="22000">
            <a:solidFill>
              <a:srgbClr val="E94F2E"/>
            </a:solidFill>
          </a:ln>
        </p:spPr>
        <p:txBody>
          <a:bodyPr/>
          <a:lstStyle/>
          <a:p/>
        </p:txBody>
      </p:sp>
      <p:sp>
        <p:nvSpPr>
          <p:cNvPr id="66" name="Chain"/>
          <p:cNvSpPr txBox="1"/>
          <p:nvPr/>
        </p:nvSpPr>
        <p:spPr>
          <a:xfrm>
            <a:off x="9245000" y="2790000"/>
            <a:ext cx="116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680" b="1">
                <a:solidFill>
                  <a:srgbClr val="10232E"/>
                </a:solidFill>
                <a:latin typeface="Rajdhani Medium"/>
              </a:rPr>
              <a:t>Module</a:t>
            </a:r>
            <a:endParaRPr lang="en-US" sz="1680"/>
          </a:p>
        </p:txBody>
      </p:sp>
      <p:sp>
        <p:nvSpPr>
          <p:cNvPr id="27" name="Block"/>
          <p:cNvSpPr/>
          <p:nvPr/>
        </p:nvSpPr>
        <p:spPr>
          <a:xfrm>
            <a:off x="10595000" y="2650000"/>
            <a:ext cx="1350000" cy="820000"/>
          </a:xfrm>
          <a:prstGeom prst="rect">
            <a:avLst/>
          </a:prstGeom>
          <a:solidFill>
            <a:srgbClr val="FFFFFF"/>
          </a:solidFill>
          <a:ln w="22000">
            <a:solidFill>
              <a:srgbClr val="E94F2E"/>
            </a:solidFill>
          </a:ln>
        </p:spPr>
        <p:txBody>
          <a:bodyPr/>
          <a:lstStyle/>
          <a:p/>
        </p:txBody>
      </p:sp>
      <p:sp>
        <p:nvSpPr>
          <p:cNvPr id="67" name="Chain"/>
          <p:cNvSpPr txBox="1"/>
          <p:nvPr/>
        </p:nvSpPr>
        <p:spPr>
          <a:xfrm>
            <a:off x="10690000" y="2790000"/>
            <a:ext cx="116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680" b="1">
                <a:solidFill>
                  <a:srgbClr val="10232E"/>
                </a:solidFill>
                <a:latin typeface="Rajdhani Medium"/>
              </a:rPr>
              <a:t>Owner</a:t>
            </a:r>
            <a:endParaRPr lang="en-US" sz="1680"/>
          </a:p>
        </p:txBody>
      </p:sp>
      <p:sp>
        <p:nvSpPr>
          <p:cNvPr id="200" name="Footer"/>
          <p:cNvSpPr txBox="1"/>
          <p:nvPr/>
        </p:nvSpPr>
        <p:spPr>
          <a:xfrm>
            <a:off x="560000" y="630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50">
                <a:solidFill>
                  <a:srgbClr val="7D8588"/>
                </a:solidFill>
                <a:latin typeface="Rajdhani Medium"/>
              </a:rPr>
              <a:t>AntifragiCity SUMA | WP5 Mini-GA Day 2 input | internal Rhoe intro</a:t>
            </a:r>
            <a:endParaRPr lang="en-US" sz="11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Kicker"/>
          <p:cNvSpPr txBox="1"/>
          <p:nvPr/>
        </p:nvSpPr>
        <p:spPr>
          <a:xfrm>
            <a:off x="560000" y="360000"/>
            <a:ext cx="104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500" b="1">
                <a:solidFill>
                  <a:srgbClr val="E94F2E"/>
                </a:solidFill>
                <a:latin typeface="Rajdhani Medium"/>
              </a:rPr>
              <a:t>MVP FUNCTIONS</a:t>
            </a:r>
            <a:endParaRPr lang="en-US" sz="1500"/>
          </a:p>
        </p:txBody>
      </p:sp>
      <p:sp>
        <p:nvSpPr>
          <p:cNvPr id="3" name="Title"/>
          <p:cNvSpPr txBox="1"/>
          <p:nvPr/>
        </p:nvSpPr>
        <p:spPr>
          <a:xfrm>
            <a:off x="560000" y="760000"/>
            <a:ext cx="10400000" cy="9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10232E"/>
                </a:solidFill>
                <a:latin typeface="Rajdhani Medium"/>
              </a:rPr>
              <a:t>First SUMA functions should be narrow, explicit, and testable</a:t>
            </a:r>
            <a:endParaRPr lang="en-US" sz="3800"/>
          </a:p>
        </p:txBody>
      </p:sp>
      <p:sp>
        <p:nvSpPr>
          <p:cNvPr id="5" name="Bullets"/>
          <p:cNvSpPr txBox="1"/>
          <p:nvPr/>
        </p:nvSpPr>
        <p:spPr>
          <a:xfrm>
            <a:off x="800000" y="2450000"/>
            <a:ext cx="10100000" cy="31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60000" indent="-180000">
              <a:buChar char="•"/>
            </a:pPr>
            <a:r>
              <a:rPr lang="en-US" sz="2050">
                <a:solidFill>
                  <a:srgbClr val="263238"/>
                </a:solidFill>
                <a:latin typeface="Rajdhani Medium"/>
              </a:rPr>
              <a:t>Ingest and validate disruption, scenario, pilot, KPI, and provenance inputs.</a:t>
            </a:r>
            <a:endParaRPr lang="en-US" sz="2050"/>
          </a:p>
          <a:p>
            <a:pPr marL="260000" indent="-180000">
              <a:buChar char="•"/>
            </a:pPr>
            <a:r>
              <a:rPr lang="en-US" sz="2050">
                <a:solidFill>
                  <a:srgbClr val="263238"/>
                </a:solidFill>
                <a:latin typeface="Rajdhani Medium"/>
              </a:rPr>
              <a:t>Detect/classify events by domain, severity, scale, location, and affected assets.</a:t>
            </a:r>
            <a:endParaRPr lang="en-US" sz="2050"/>
          </a:p>
          <a:p>
            <a:pPr marL="260000" indent="-180000">
              <a:buChar char="•"/>
            </a:pPr>
            <a:r>
              <a:rPr lang="en-US" sz="2050">
                <a:solidFill>
                  <a:srgbClr val="263238"/>
                </a:solidFill>
                <a:latin typeface="Rajdhani Medium"/>
              </a:rPr>
              <a:t>Model baseline, disruption, response, adaptation, and stress-test scenarios.</a:t>
            </a:r>
            <a:endParaRPr lang="en-US" sz="2050"/>
          </a:p>
          <a:p>
            <a:pPr marL="260000" indent="-180000">
              <a:buChar char="•"/>
            </a:pPr>
            <a:r>
              <a:rPr lang="en-US" sz="2050">
                <a:solidFill>
                  <a:srgbClr val="263238"/>
                </a:solidFill>
                <a:latin typeface="Rajdhani Medium"/>
              </a:rPr>
              <a:t>Assess KPI availability, resilience, antifragility, equity, and acceptability status.</a:t>
            </a:r>
            <a:endParaRPr lang="en-US" sz="2050"/>
          </a:p>
          <a:p>
            <a:pPr marL="260000" indent="-180000">
              <a:buChar char="•"/>
            </a:pPr>
            <a:r>
              <a:rPr lang="en-US" sz="2050">
                <a:solidFill>
                  <a:srgbClr val="263238"/>
                </a:solidFill>
                <a:latin typeface="Rajdhani Medium"/>
              </a:rPr>
              <a:t>Recommend, compare, explain, notify/export, and learn from scenario artefacts.</a:t>
            </a:r>
            <a:endParaRPr lang="en-US" sz="2050"/>
          </a:p>
        </p:txBody>
      </p:sp>
      <p:sp>
        <p:nvSpPr>
          <p:cNvPr id="200" name="Footer"/>
          <p:cNvSpPr txBox="1"/>
          <p:nvPr/>
        </p:nvSpPr>
        <p:spPr>
          <a:xfrm>
            <a:off x="560000" y="630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50">
                <a:solidFill>
                  <a:srgbClr val="7D8588"/>
                </a:solidFill>
                <a:latin typeface="Rajdhani Medium"/>
              </a:rPr>
              <a:t>AntifragiCity SUMA | WP5 Mini-GA Day 2 input | internal Rhoe intro</a:t>
            </a:r>
            <a:endParaRPr lang="en-US" sz="11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Kicker"/>
          <p:cNvSpPr txBox="1"/>
          <p:nvPr/>
        </p:nvSpPr>
        <p:spPr>
          <a:xfrm>
            <a:off x="560000" y="360000"/>
            <a:ext cx="104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500" b="1">
                <a:solidFill>
                  <a:srgbClr val="E94F2E"/>
                </a:solidFill>
                <a:latin typeface="Rajdhani Medium"/>
              </a:rPr>
              <a:t>ARCHITECTURE</a:t>
            </a:r>
            <a:endParaRPr lang="en-US" sz="1500"/>
          </a:p>
        </p:txBody>
      </p:sp>
      <p:sp>
        <p:nvSpPr>
          <p:cNvPr id="3" name="Title"/>
          <p:cNvSpPr txBox="1"/>
          <p:nvPr/>
        </p:nvSpPr>
        <p:spPr>
          <a:xfrm>
            <a:off x="560000" y="760000"/>
            <a:ext cx="10400000" cy="9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10232E"/>
                </a:solidFill>
                <a:latin typeface="Rajdhani Medium"/>
              </a:rPr>
              <a:t>Architecture choices must separate common core from local adaptation</a:t>
            </a:r>
            <a:endParaRPr lang="en-US" sz="3800"/>
          </a:p>
        </p:txBody>
      </p:sp>
      <p:sp>
        <p:nvSpPr>
          <p:cNvPr id="80" name="Block"/>
          <p:cNvSpPr/>
          <p:nvPr/>
        </p:nvSpPr>
        <p:spPr>
          <a:xfrm>
            <a:off x="520000" y="2400000"/>
            <a:ext cx="2650000" cy="2850000"/>
          </a:xfrm>
          <a:prstGeom prst="rect">
            <a:avLst/>
          </a:prstGeom>
          <a:solidFill>
            <a:srgbClr val="FFFFFF"/>
          </a:solidFill>
          <a:ln w="22000">
            <a:solidFill>
              <a:srgbClr val="E94F2E"/>
            </a:solidFill>
          </a:ln>
        </p:spPr>
        <p:txBody>
          <a:bodyPr/>
          <a:lstStyle/>
          <a:p/>
        </p:txBody>
      </p:sp>
      <p:sp>
        <p:nvSpPr>
          <p:cNvPr id="100" name="ColumnHead"/>
          <p:cNvSpPr txBox="1"/>
          <p:nvPr/>
        </p:nvSpPr>
        <p:spPr>
          <a:xfrm>
            <a:off x="660000" y="2530000"/>
            <a:ext cx="237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 b="1">
                <a:solidFill>
                  <a:srgbClr val="E94F2E"/>
                </a:solidFill>
                <a:latin typeface="Rajdhani Medium"/>
              </a:rPr>
              <a:t>Common core</a:t>
            </a:r>
            <a:endParaRPr lang="en-US" sz="1850"/>
          </a:p>
        </p:txBody>
      </p:sp>
      <p:sp>
        <p:nvSpPr>
          <p:cNvPr id="120" name="Bullets"/>
          <p:cNvSpPr txBox="1"/>
          <p:nvPr/>
        </p:nvSpPr>
        <p:spPr>
          <a:xfrm>
            <a:off x="670000" y="2970000"/>
            <a:ext cx="2370000" cy="2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Event/scenario schemas</a:t>
            </a:r>
            <a:endParaRPr lang="en-US" sz="1570"/>
          </a:p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KPI registry and availability</a:t>
            </a:r>
            <a:endParaRPr lang="en-US" sz="1570"/>
          </a:p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simulation adapter contract; SUMO first</a:t>
            </a:r>
            <a:endParaRPr lang="en-US" sz="1570"/>
          </a:p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Audit/provenance model</a:t>
            </a:r>
            <a:endParaRPr lang="en-US" sz="1570"/>
          </a:p>
        </p:txBody>
      </p:sp>
      <p:sp>
        <p:nvSpPr>
          <p:cNvPr id="81" name="Block"/>
          <p:cNvSpPr/>
          <p:nvPr/>
        </p:nvSpPr>
        <p:spPr>
          <a:xfrm>
            <a:off x="3310000" y="2400000"/>
            <a:ext cx="2650000" cy="2850000"/>
          </a:xfrm>
          <a:prstGeom prst="rect">
            <a:avLst/>
          </a:prstGeom>
          <a:solidFill>
            <a:srgbClr val="FFFFFF"/>
          </a:solidFill>
          <a:ln w="22000">
            <a:solidFill>
              <a:srgbClr val="E94F2E"/>
            </a:solidFill>
          </a:ln>
        </p:spPr>
        <p:txBody>
          <a:bodyPr/>
          <a:lstStyle/>
          <a:p/>
        </p:txBody>
      </p:sp>
      <p:sp>
        <p:nvSpPr>
          <p:cNvPr id="101" name="ColumnHead"/>
          <p:cNvSpPr txBox="1"/>
          <p:nvPr/>
        </p:nvSpPr>
        <p:spPr>
          <a:xfrm>
            <a:off x="3450000" y="2530000"/>
            <a:ext cx="237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 b="1">
                <a:solidFill>
                  <a:srgbClr val="E94F2E"/>
                </a:solidFill>
                <a:latin typeface="Rajdhani Medium"/>
              </a:rPr>
              <a:t>Local adapters</a:t>
            </a:r>
            <a:endParaRPr lang="en-US" sz="1850"/>
          </a:p>
        </p:txBody>
      </p:sp>
      <p:sp>
        <p:nvSpPr>
          <p:cNvPr id="121" name="Bullets"/>
          <p:cNvSpPr txBox="1"/>
          <p:nvPr/>
        </p:nvSpPr>
        <p:spPr>
          <a:xfrm>
            <a:off x="3460000" y="2970000"/>
            <a:ext cx="2370000" cy="2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Pilot study areas</a:t>
            </a:r>
            <a:endParaRPr lang="en-US" sz="1570"/>
          </a:p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Protected assets/corridors</a:t>
            </a:r>
            <a:endParaRPr lang="en-US" sz="1570"/>
          </a:p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Data feeds and proxies</a:t>
            </a:r>
            <a:endParaRPr lang="en-US" sz="1570"/>
          </a:p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Validation targets</a:t>
            </a:r>
            <a:endParaRPr lang="en-US" sz="1570"/>
          </a:p>
        </p:txBody>
      </p:sp>
      <p:sp>
        <p:nvSpPr>
          <p:cNvPr id="82" name="Block"/>
          <p:cNvSpPr/>
          <p:nvPr/>
        </p:nvSpPr>
        <p:spPr>
          <a:xfrm>
            <a:off x="6100000" y="2400000"/>
            <a:ext cx="2650000" cy="2850000"/>
          </a:xfrm>
          <a:prstGeom prst="rect">
            <a:avLst/>
          </a:prstGeom>
          <a:solidFill>
            <a:srgbClr val="FFFFFF"/>
          </a:solidFill>
          <a:ln w="22000">
            <a:solidFill>
              <a:srgbClr val="E94F2E"/>
            </a:solidFill>
          </a:ln>
        </p:spPr>
        <p:txBody>
          <a:bodyPr/>
          <a:lstStyle/>
          <a:p/>
        </p:txBody>
      </p:sp>
      <p:sp>
        <p:nvSpPr>
          <p:cNvPr id="102" name="ColumnHead"/>
          <p:cNvSpPr txBox="1"/>
          <p:nvPr/>
        </p:nvSpPr>
        <p:spPr>
          <a:xfrm>
            <a:off x="6240000" y="2530000"/>
            <a:ext cx="237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 b="1">
                <a:solidFill>
                  <a:srgbClr val="E94F2E"/>
                </a:solidFill>
                <a:latin typeface="Rajdhani Medium"/>
              </a:rPr>
              <a:t>Partner modules</a:t>
            </a:r>
            <a:endParaRPr lang="en-US" sz="1850"/>
          </a:p>
        </p:txBody>
      </p:sp>
      <p:sp>
        <p:nvSpPr>
          <p:cNvPr id="122" name="Bullets"/>
          <p:cNvSpPr txBox="1"/>
          <p:nvPr/>
        </p:nvSpPr>
        <p:spPr>
          <a:xfrm>
            <a:off x="6250000" y="2970000"/>
            <a:ext cx="2370000" cy="2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CUSP / ontology</a:t>
            </a:r>
            <a:endParaRPr lang="en-US" sz="1570"/>
          </a:p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AUTH DSS / ABM</a:t>
            </a:r>
            <a:endParaRPr lang="en-US" sz="1570"/>
          </a:p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ETH traffic control</a:t>
            </a:r>
            <a:endParaRPr lang="en-US" sz="1570"/>
          </a:p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LISER routing / acceptability</a:t>
            </a:r>
            <a:endParaRPr lang="en-US" sz="1570"/>
          </a:p>
        </p:txBody>
      </p:sp>
      <p:sp>
        <p:nvSpPr>
          <p:cNvPr id="200" name="Footer"/>
          <p:cNvSpPr txBox="1"/>
          <p:nvPr/>
        </p:nvSpPr>
        <p:spPr>
          <a:xfrm>
            <a:off x="560000" y="630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50">
                <a:solidFill>
                  <a:srgbClr val="7D8588"/>
                </a:solidFill>
                <a:latin typeface="Rajdhani Medium"/>
              </a:rPr>
              <a:t>AntifragiCity SUMA | WP5 Mini-GA Day 2 input | internal Rhoe intro</a:t>
            </a:r>
            <a:endParaRPr lang="en-US" sz="11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Kicker"/>
          <p:cNvSpPr txBox="1"/>
          <p:nvPr/>
        </p:nvSpPr>
        <p:spPr>
          <a:xfrm>
            <a:off x="560000" y="360000"/>
            <a:ext cx="104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500" b="1">
                <a:solidFill>
                  <a:srgbClr val="E94F2E"/>
                </a:solidFill>
                <a:latin typeface="Rajdhani Medium"/>
              </a:rPr>
              <a:t>PILOT FIT</a:t>
            </a:r>
            <a:endParaRPr lang="en-US" sz="1500"/>
          </a:p>
        </p:txBody>
      </p:sp>
      <p:sp>
        <p:nvSpPr>
          <p:cNvPr id="3" name="Title"/>
          <p:cNvSpPr txBox="1"/>
          <p:nvPr/>
        </p:nvSpPr>
        <p:spPr>
          <a:xfrm>
            <a:off x="560000" y="760000"/>
            <a:ext cx="10400000" cy="9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10232E"/>
                </a:solidFill>
                <a:latin typeface="Rajdhani Medium"/>
              </a:rPr>
              <a:t>One SUMA platform must work across four different pilot realities</a:t>
            </a:r>
            <a:endParaRPr lang="en-US" sz="3800"/>
          </a:p>
        </p:txBody>
      </p:sp>
      <p:sp>
        <p:nvSpPr>
          <p:cNvPr id="80" name="Block"/>
          <p:cNvSpPr/>
          <p:nvPr/>
        </p:nvSpPr>
        <p:spPr>
          <a:xfrm>
            <a:off x="520000" y="2400000"/>
            <a:ext cx="2650000" cy="2850000"/>
          </a:xfrm>
          <a:prstGeom prst="rect">
            <a:avLst/>
          </a:prstGeom>
          <a:solidFill>
            <a:srgbClr val="FFFFFF"/>
          </a:solidFill>
          <a:ln w="22000">
            <a:solidFill>
              <a:srgbClr val="E94F2E"/>
            </a:solidFill>
          </a:ln>
        </p:spPr>
        <p:txBody>
          <a:bodyPr/>
          <a:lstStyle/>
          <a:p/>
        </p:txBody>
      </p:sp>
      <p:sp>
        <p:nvSpPr>
          <p:cNvPr id="100" name="ColumnHead"/>
          <p:cNvSpPr txBox="1"/>
          <p:nvPr/>
        </p:nvSpPr>
        <p:spPr>
          <a:xfrm>
            <a:off x="660000" y="2530000"/>
            <a:ext cx="237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 b="1">
                <a:solidFill>
                  <a:srgbClr val="E94F2E"/>
                </a:solidFill>
                <a:latin typeface="Rajdhani Medium"/>
              </a:rPr>
              <a:t>Bratislava</a:t>
            </a:r>
            <a:endParaRPr lang="en-US" sz="1850"/>
          </a:p>
        </p:txBody>
      </p:sp>
      <p:sp>
        <p:nvSpPr>
          <p:cNvPr id="120" name="Bullets"/>
          <p:cNvSpPr txBox="1"/>
          <p:nvPr/>
        </p:nvSpPr>
        <p:spPr>
          <a:xfrm>
            <a:off x="670000" y="2970000"/>
            <a:ext cx="2370000" cy="2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VISUM/VISSIM context</a:t>
            </a:r>
            <a:endParaRPr lang="en-US" sz="1570"/>
          </a:p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Roadworks, PT, events</a:t>
            </a:r>
            <a:endParaRPr lang="en-US" sz="1570"/>
          </a:p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Planning/scenario MVP</a:t>
            </a:r>
            <a:endParaRPr lang="en-US" sz="1570"/>
          </a:p>
        </p:txBody>
      </p:sp>
      <p:sp>
        <p:nvSpPr>
          <p:cNvPr id="81" name="Block"/>
          <p:cNvSpPr/>
          <p:nvPr/>
        </p:nvSpPr>
        <p:spPr>
          <a:xfrm>
            <a:off x="3310000" y="2400000"/>
            <a:ext cx="2650000" cy="2850000"/>
          </a:xfrm>
          <a:prstGeom prst="rect">
            <a:avLst/>
          </a:prstGeom>
          <a:solidFill>
            <a:srgbClr val="FFFFFF"/>
          </a:solidFill>
          <a:ln w="22000">
            <a:solidFill>
              <a:srgbClr val="E94F2E"/>
            </a:solidFill>
          </a:ln>
        </p:spPr>
        <p:txBody>
          <a:bodyPr/>
          <a:lstStyle/>
          <a:p/>
        </p:txBody>
      </p:sp>
      <p:sp>
        <p:nvSpPr>
          <p:cNvPr id="101" name="ColumnHead"/>
          <p:cNvSpPr txBox="1"/>
          <p:nvPr/>
        </p:nvSpPr>
        <p:spPr>
          <a:xfrm>
            <a:off x="3450000" y="2530000"/>
            <a:ext cx="237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 b="1">
                <a:solidFill>
                  <a:srgbClr val="E94F2E"/>
                </a:solidFill>
                <a:latin typeface="Rajdhani Medium"/>
              </a:rPr>
              <a:t>Larissa</a:t>
            </a:r>
            <a:endParaRPr lang="en-US" sz="1850"/>
          </a:p>
        </p:txBody>
      </p:sp>
      <p:sp>
        <p:nvSpPr>
          <p:cNvPr id="121" name="Bullets"/>
          <p:cNvSpPr txBox="1"/>
          <p:nvPr/>
        </p:nvSpPr>
        <p:spPr>
          <a:xfrm>
            <a:off x="3460000" y="2970000"/>
            <a:ext cx="2370000" cy="2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Flood and Papanastasiou</a:t>
            </a:r>
            <a:endParaRPr lang="en-US" sz="1570"/>
          </a:p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Limited traffic counts</a:t>
            </a:r>
            <a:endParaRPr lang="en-US" sz="1570"/>
          </a:p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Proxy/degraded mode</a:t>
            </a:r>
            <a:endParaRPr lang="en-US" sz="1570"/>
          </a:p>
        </p:txBody>
      </p:sp>
      <p:sp>
        <p:nvSpPr>
          <p:cNvPr id="82" name="Block"/>
          <p:cNvSpPr/>
          <p:nvPr/>
        </p:nvSpPr>
        <p:spPr>
          <a:xfrm>
            <a:off x="6100000" y="2400000"/>
            <a:ext cx="2650000" cy="2850000"/>
          </a:xfrm>
          <a:prstGeom prst="rect">
            <a:avLst/>
          </a:prstGeom>
          <a:solidFill>
            <a:srgbClr val="FFFFFF"/>
          </a:solidFill>
          <a:ln w="22000">
            <a:solidFill>
              <a:srgbClr val="E94F2E"/>
            </a:solidFill>
          </a:ln>
        </p:spPr>
        <p:txBody>
          <a:bodyPr/>
          <a:lstStyle/>
          <a:p/>
        </p:txBody>
      </p:sp>
      <p:sp>
        <p:nvSpPr>
          <p:cNvPr id="102" name="ColumnHead"/>
          <p:cNvSpPr txBox="1"/>
          <p:nvPr/>
        </p:nvSpPr>
        <p:spPr>
          <a:xfrm>
            <a:off x="6240000" y="2530000"/>
            <a:ext cx="237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 b="1">
                <a:solidFill>
                  <a:srgbClr val="E94F2E"/>
                </a:solidFill>
                <a:latin typeface="Rajdhani Medium"/>
              </a:rPr>
              <a:t>Odesa</a:t>
            </a:r>
            <a:endParaRPr lang="en-US" sz="1850"/>
          </a:p>
        </p:txBody>
      </p:sp>
      <p:sp>
        <p:nvSpPr>
          <p:cNvPr id="122" name="Bullets"/>
          <p:cNvSpPr txBox="1"/>
          <p:nvPr/>
        </p:nvSpPr>
        <p:spPr>
          <a:xfrm>
            <a:off x="6250000" y="2970000"/>
            <a:ext cx="2370000" cy="2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Power/conflict context</a:t>
            </a:r>
            <a:endParaRPr lang="en-US" sz="1570"/>
          </a:p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Fragmentary data</a:t>
            </a:r>
            <a:endParaRPr lang="en-US" sz="1570"/>
          </a:p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Sensitive/offline assumptions; no D2.2 forum</a:t>
            </a:r>
            <a:endParaRPr lang="en-US" sz="1570"/>
          </a:p>
        </p:txBody>
      </p:sp>
      <p:sp>
        <p:nvSpPr>
          <p:cNvPr id="83" name="Block"/>
          <p:cNvSpPr/>
          <p:nvPr/>
        </p:nvSpPr>
        <p:spPr>
          <a:xfrm>
            <a:off x="8890000" y="2400000"/>
            <a:ext cx="2650000" cy="2850000"/>
          </a:xfrm>
          <a:prstGeom prst="rect">
            <a:avLst/>
          </a:prstGeom>
          <a:solidFill>
            <a:srgbClr val="FFFFFF"/>
          </a:solidFill>
          <a:ln w="22000">
            <a:solidFill>
              <a:srgbClr val="E94F2E"/>
            </a:solidFill>
          </a:ln>
        </p:spPr>
        <p:txBody>
          <a:bodyPr/>
          <a:lstStyle/>
          <a:p/>
        </p:txBody>
      </p:sp>
      <p:sp>
        <p:nvSpPr>
          <p:cNvPr id="103" name="ColumnHead"/>
          <p:cNvSpPr txBox="1"/>
          <p:nvPr/>
        </p:nvSpPr>
        <p:spPr>
          <a:xfrm>
            <a:off x="9030000" y="2530000"/>
            <a:ext cx="237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50" b="1">
                <a:solidFill>
                  <a:srgbClr val="E94F2E"/>
                </a:solidFill>
                <a:latin typeface="Rajdhani Medium"/>
              </a:rPr>
              <a:t>AHEPA</a:t>
            </a:r>
            <a:endParaRPr lang="en-US" sz="1850"/>
          </a:p>
        </p:txBody>
      </p:sp>
      <p:sp>
        <p:nvSpPr>
          <p:cNvPr id="123" name="Bullets"/>
          <p:cNvSpPr txBox="1"/>
          <p:nvPr/>
        </p:nvSpPr>
        <p:spPr>
          <a:xfrm>
            <a:off x="9040000" y="2970000"/>
            <a:ext cx="2370000" cy="20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Hospital access</a:t>
            </a:r>
            <a:endParaRPr lang="en-US" sz="1570"/>
          </a:p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Rich Smart Mobility Living Lab data</a:t>
            </a:r>
            <a:endParaRPr lang="en-US" sz="1570"/>
          </a:p>
          <a:p>
            <a:pPr marL="260000" indent="-180000">
              <a:buChar char="•"/>
            </a:pPr>
            <a:r>
              <a:rPr lang="en-US" sz="1570">
                <a:solidFill>
                  <a:srgbClr val="263238"/>
                </a:solidFill>
                <a:latin typeface="Rajdhani Medium"/>
              </a:rPr>
              <a:t>high-fidelity candidate if permissions align</a:t>
            </a:r>
            <a:endParaRPr lang="en-US" sz="1570"/>
          </a:p>
        </p:txBody>
      </p:sp>
      <p:sp>
        <p:nvSpPr>
          <p:cNvPr id="200" name="Footer"/>
          <p:cNvSpPr txBox="1"/>
          <p:nvPr/>
        </p:nvSpPr>
        <p:spPr>
          <a:xfrm>
            <a:off x="560000" y="630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50">
                <a:solidFill>
                  <a:srgbClr val="7D8588"/>
                </a:solidFill>
                <a:latin typeface="Rajdhani Medium"/>
              </a:rPr>
              <a:t>AntifragiCity SUMA | WP5 Mini-GA Day 2 input | internal Rhoe intro</a:t>
            </a:r>
            <a:endParaRPr lang="en-US" sz="1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Kicker"/>
          <p:cNvSpPr txBox="1"/>
          <p:nvPr/>
        </p:nvSpPr>
        <p:spPr>
          <a:xfrm>
            <a:off x="560000" y="360000"/>
            <a:ext cx="104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500" b="1">
                <a:solidFill>
                  <a:srgbClr val="E94F2E"/>
                </a:solidFill>
                <a:latin typeface="Rajdhani Medium"/>
              </a:rPr>
              <a:t>PARTNER ASKS</a:t>
            </a:r>
            <a:endParaRPr lang="en-US" sz="1500"/>
          </a:p>
        </p:txBody>
      </p:sp>
      <p:sp>
        <p:nvSpPr>
          <p:cNvPr id="3" name="Title"/>
          <p:cNvSpPr txBox="1"/>
          <p:nvPr/>
        </p:nvSpPr>
        <p:spPr>
          <a:xfrm>
            <a:off x="560000" y="760000"/>
            <a:ext cx="10400000" cy="9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10232E"/>
                </a:solidFill>
                <a:latin typeface="Rajdhani Medium"/>
              </a:rPr>
              <a:t>Rhoe needs concrete inputs, not polished deliverables</a:t>
            </a:r>
            <a:endParaRPr lang="en-US" sz="3800"/>
          </a:p>
        </p:txBody>
      </p:sp>
      <p:sp>
        <p:nvSpPr>
          <p:cNvPr id="5" name="Bullets"/>
          <p:cNvSpPr txBox="1"/>
          <p:nvPr/>
        </p:nvSpPr>
        <p:spPr>
          <a:xfrm>
            <a:off x="800000" y="2450000"/>
            <a:ext cx="10100000" cy="31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60000" indent="-180000">
              <a:buChar char="•"/>
            </a:pPr>
            <a:r>
              <a:rPr lang="en-US" sz="2050">
                <a:solidFill>
                  <a:srgbClr val="263238"/>
                </a:solidFill>
                <a:latin typeface="Rajdhani Medium"/>
              </a:rPr>
              <a:t>CU: ontology/CUSP boundaries, IDs, JSON/JSON-LD expectations, competency questions.</a:t>
            </a:r>
            <a:endParaRPr lang="en-US" sz="2050"/>
          </a:p>
          <a:p>
            <a:pPr marL="260000" indent="-180000">
              <a:buChar char="•"/>
            </a:pPr>
            <a:r>
              <a:rPr lang="en-US" sz="2050">
                <a:solidFill>
                  <a:srgbClr val="263238"/>
                </a:solidFill>
                <a:latin typeface="Rajdhani Medium"/>
              </a:rPr>
              <a:t>AUTH: KPI subsets, AHEPA/Smart Lab data, DSS/triage interfaces where available.</a:t>
            </a:r>
            <a:endParaRPr lang="en-US" sz="2050"/>
          </a:p>
          <a:p>
            <a:pPr marL="260000" indent="-180000">
              <a:buChar char="•"/>
            </a:pPr>
            <a:r>
              <a:rPr lang="en-US" sz="2050">
                <a:solidFill>
                  <a:srgbClr val="263238"/>
                </a:solidFill>
                <a:latin typeface="Rajdhani Medium"/>
              </a:rPr>
              <a:t>ETH/LISER: traffic-control, routing, acceptability, and response-action adapter assumptions.</a:t>
            </a:r>
            <a:endParaRPr lang="en-US" sz="2050"/>
          </a:p>
          <a:p>
            <a:pPr marL="260000" indent="-180000">
              <a:buChar char="•"/>
            </a:pPr>
            <a:r>
              <a:rPr lang="en-US" sz="2050">
                <a:solidFill>
                  <a:srgbClr val="263238"/>
                </a:solidFill>
                <a:latin typeface="Rajdhani Medium"/>
              </a:rPr>
              <a:t>DMO/cities: user roles, dashboards, reports, pilot data, protected assets, and permissions.</a:t>
            </a:r>
            <a:endParaRPr lang="en-US" sz="2050"/>
          </a:p>
          <a:p>
            <a:pPr marL="260000" indent="-180000">
              <a:buChar char="•"/>
            </a:pPr>
            <a:r>
              <a:rPr lang="en-US" sz="2050">
                <a:solidFill>
                  <a:srgbClr val="263238"/>
                </a:solidFill>
                <a:latin typeface="Rajdhani Medium"/>
              </a:rPr>
              <a:t>All partners: mark each dependency as decision, assumption, risk, deferred, or owner_missing.</a:t>
            </a:r>
            <a:endParaRPr lang="en-US" sz="2050"/>
          </a:p>
        </p:txBody>
      </p:sp>
      <p:sp>
        <p:nvSpPr>
          <p:cNvPr id="200" name="Footer"/>
          <p:cNvSpPr txBox="1"/>
          <p:nvPr/>
        </p:nvSpPr>
        <p:spPr>
          <a:xfrm>
            <a:off x="560000" y="630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50">
                <a:solidFill>
                  <a:srgbClr val="7D8588"/>
                </a:solidFill>
                <a:latin typeface="Rajdhani Medium"/>
              </a:rPr>
              <a:t>AntifragiCity SUMA | WP5 Mini-GA Day 2 input | internal Rhoe intro</a:t>
            </a:r>
            <a:endParaRPr lang="en-US" sz="11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Kicker"/>
          <p:cNvSpPr txBox="1"/>
          <p:nvPr/>
        </p:nvSpPr>
        <p:spPr>
          <a:xfrm>
            <a:off x="560000" y="360000"/>
            <a:ext cx="104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500" b="1">
                <a:solidFill>
                  <a:srgbClr val="E94F2E"/>
                </a:solidFill>
                <a:latin typeface="Rajdhani Medium"/>
              </a:rPr>
              <a:t>CLOSEOUT</a:t>
            </a:r>
            <a:endParaRPr lang="en-US" sz="1500"/>
          </a:p>
        </p:txBody>
      </p:sp>
      <p:sp>
        <p:nvSpPr>
          <p:cNvPr id="3" name="Title"/>
          <p:cNvSpPr txBox="1"/>
          <p:nvPr/>
        </p:nvSpPr>
        <p:spPr>
          <a:xfrm>
            <a:off x="560000" y="760000"/>
            <a:ext cx="10400000" cy="9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800" b="1">
                <a:solidFill>
                  <a:srgbClr val="FFFFFF"/>
                </a:solidFill>
                <a:latin typeface="Rajdhani Medium"/>
              </a:rPr>
              <a:t>Success by 15:00 means D5.1-ready inputs/backlog candidates</a:t>
            </a:r>
            <a:endParaRPr lang="en-US" sz="3800"/>
          </a:p>
        </p:txBody>
      </p:sp>
      <p:sp>
        <p:nvSpPr>
          <p:cNvPr id="5" name="Bullets"/>
          <p:cNvSpPr txBox="1"/>
          <p:nvPr/>
        </p:nvSpPr>
        <p:spPr>
          <a:xfrm>
            <a:off x="800000" y="2450000"/>
            <a:ext cx="10100000" cy="31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60000" indent="-180000">
              <a:buChar char="•"/>
            </a:pPr>
            <a:r>
              <a:rPr lang="en-US" sz="2050">
                <a:solidFill>
                  <a:srgbClr val="F7F1E6"/>
                </a:solidFill>
                <a:latin typeface="Rajdhani Medium"/>
              </a:rPr>
              <a:t>Per-pilot retained use cases, requirement subsets, data objects, and KPI subsets.</a:t>
            </a:r>
            <a:endParaRPr lang="en-US" sz="2050"/>
          </a:p>
          <a:p>
            <a:pPr marL="260000" indent="-180000">
              <a:buChar char="•"/>
            </a:pPr>
            <a:r>
              <a:rPr lang="en-US" sz="2050">
                <a:solidFill>
                  <a:srgbClr val="F7F1E6"/>
                </a:solidFill>
                <a:latin typeface="Rajdhani Medium"/>
              </a:rPr>
              <a:t>Function map with actor, input, output, KPI, core/local status, and owner.</a:t>
            </a:r>
            <a:endParaRPr lang="en-US" sz="2050"/>
          </a:p>
          <a:p>
            <a:pPr marL="260000" indent="-180000">
              <a:buChar char="•"/>
            </a:pPr>
            <a:r>
              <a:rPr lang="en-US" sz="2050">
                <a:solidFill>
                  <a:srgbClr val="F7F1E6"/>
                </a:solidFill>
                <a:latin typeface="Rajdhani Medium"/>
              </a:rPr>
              <a:t>First architecture with named modules, interfaces, and fallback/degraded modes.</a:t>
            </a:r>
            <a:endParaRPr lang="en-US" sz="2050"/>
          </a:p>
          <a:p>
            <a:pPr marL="260000" indent="-180000">
              <a:buChar char="•"/>
            </a:pPr>
            <a:r>
              <a:rPr lang="en-US" sz="2050">
                <a:solidFill>
                  <a:srgbClr val="F7F1E6"/>
                </a:solidFill>
                <a:latin typeface="Rajdhani Medium"/>
              </a:rPr>
              <a:t>Triage and acceptability constraints attached to response recommendations.</a:t>
            </a:r>
            <a:endParaRPr lang="en-US" sz="2050"/>
          </a:p>
          <a:p>
            <a:pPr marL="260000" indent="-180000">
              <a:buChar char="•"/>
            </a:pPr>
            <a:r>
              <a:rPr lang="en-US" sz="2050">
                <a:solidFill>
                  <a:srgbClr val="F7F1E6"/>
                </a:solidFill>
                <a:latin typeface="Rajdhani Medium"/>
              </a:rPr>
              <a:t>Immediate D5.1/D5.2 roadmap with unresolved dependencies assigned.</a:t>
            </a:r>
            <a:endParaRPr lang="en-US" sz="2050"/>
          </a:p>
        </p:txBody>
      </p:sp>
      <p:sp>
        <p:nvSpPr>
          <p:cNvPr id="200" name="Footer"/>
          <p:cNvSpPr txBox="1"/>
          <p:nvPr/>
        </p:nvSpPr>
        <p:spPr>
          <a:xfrm>
            <a:off x="560000" y="630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50">
                <a:solidFill>
                  <a:srgbClr val="B7C7CB"/>
                </a:solidFill>
                <a:latin typeface="Rajdhani Medium"/>
              </a:rPr>
              <a:t>AntifragiCity SUMA | WP5 Mini-GA Day 2 input | internal Rhoe intro</a:t>
            </a:r>
            <a:endParaRPr lang="en-US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">
  <a:themeElements>
    <a:clrScheme name="AntifragiCity">
      <a:dk1>
        <a:srgbClr val="645457"/>
      </a:dk1>
      <a:lt1>
        <a:srgbClr val="FFFFFF"/>
      </a:lt1>
      <a:dk2>
        <a:srgbClr val="1F1A1D"/>
      </a:dk2>
      <a:lt2>
        <a:srgbClr val="FFFFFF"/>
      </a:lt2>
      <a:accent1>
        <a:srgbClr val="F93262"/>
      </a:accent1>
      <a:accent2>
        <a:srgbClr val="FFBEA1"/>
      </a:accent2>
      <a:accent3>
        <a:srgbClr val="7A0158"/>
      </a:accent3>
      <a:accent4>
        <a:srgbClr val="44263E"/>
      </a:accent4>
      <a:accent5>
        <a:srgbClr val="F93262"/>
      </a:accent5>
      <a:accent6>
        <a:srgbClr val="FFBEA1"/>
      </a:accent6>
      <a:hlink>
        <a:srgbClr val="F93262"/>
      </a:hlink>
      <a:folHlink>
        <a:srgbClr val="7A0158"/>
      </a:folHlink>
    </a:clrScheme>
    <a:fontScheme name="AntifragiCity">
      <a:majorFont>
        <a:latin typeface="Archivo ExtraBold"/>
        <a:ea typeface=""/>
        <a:cs typeface=""/>
      </a:majorFont>
      <a:minorFont>
        <a:latin typeface="Source Sans 3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1d484c-3a63-4400-8cc4-fd47c1a52056">
      <Terms xmlns="http://schemas.microsoft.com/office/infopath/2007/PartnerControls"/>
    </lcf76f155ced4ddcb4097134ff3c332f>
    <TaxCatchAll xmlns="ba65fbe2-bae9-4d7f-ab7e-46683305596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8559E0710D5D48A402F2E5DEEE51F5" ma:contentTypeVersion="11" ma:contentTypeDescription="Create a new document." ma:contentTypeScope="" ma:versionID="0d0a051d74aeb27cf6e3b8e409311ff2">
  <xsd:schema xmlns:xsd="http://www.w3.org/2001/XMLSchema" xmlns:xs="http://www.w3.org/2001/XMLSchema" xmlns:p="http://schemas.microsoft.com/office/2006/metadata/properties" xmlns:ns2="491d484c-3a63-4400-8cc4-fd47c1a52056" xmlns:ns3="ba65fbe2-bae9-4d7f-ab7e-466833055965" targetNamespace="http://schemas.microsoft.com/office/2006/metadata/properties" ma:root="true" ma:fieldsID="1d32c85bf26decead54b4527dea52d1d" ns2:_="" ns3:_="">
    <xsd:import namespace="491d484c-3a63-4400-8cc4-fd47c1a52056"/>
    <xsd:import namespace="ba65fbe2-bae9-4d7f-ab7e-4668330559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1d484c-3a63-4400-8cc4-fd47c1a520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354608c-5633-40c1-be57-7b60b5f02a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65fbe2-bae9-4d7f-ab7e-4668330559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a303aef-1db3-4fbb-814c-9535fc922474}" ma:internalName="TaxCatchAll" ma:showField="CatchAllData" ma:web="ba65fbe2-bae9-4d7f-ab7e-4668330559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93D289-4E23-4484-A6C1-CC88B5C41F52}">
  <ds:schemaRefs>
    <ds:schemaRef ds:uri="http://schemas.microsoft.com/office/2006/metadata/properties"/>
    <ds:schemaRef ds:uri="http://schemas.microsoft.com/office/infopath/2007/PartnerControls"/>
    <ds:schemaRef ds:uri="491d484c-3a63-4400-8cc4-fd47c1a52056"/>
    <ds:schemaRef ds:uri="ba65fbe2-bae9-4d7f-ab7e-466833055965"/>
  </ds:schemaRefs>
</ds:datastoreItem>
</file>

<file path=customXml/itemProps2.xml><?xml version="1.0" encoding="utf-8"?>
<ds:datastoreItem xmlns:ds="http://schemas.openxmlformats.org/officeDocument/2006/customXml" ds:itemID="{2DE1BF95-A0B6-4CDF-B39E-C14B2B222B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1d484c-3a63-4400-8cc4-fd47c1a52056"/>
    <ds:schemaRef ds:uri="ba65fbe2-bae9-4d7f-ab7e-4668330559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4F82BB9-7529-4D70-B8E2-6391CE6E638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3029</TotalTime>
  <Words>2707</Words>
  <Application>Microsoft Office PowerPoint</Application>
  <PresentationFormat>Widescreen</PresentationFormat>
  <Paragraphs>350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Carmine Palladino</dc:creator>
  <cp:lastModifiedBy>Carmine Palladino</cp:lastModifiedBy>
  <cp:revision>22</cp:revision>
  <dcterms:created xsi:type="dcterms:W3CDTF">2024-01-08T15:48:49Z</dcterms:created>
  <dcterms:modified xsi:type="dcterms:W3CDTF">2025-08-14T09:06:27Z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0x010100648559E0710D5D48A402F2E5DEEE51F5</vt:lpwstr>
  </property>
  <property fmtid="{D5CDD505-2E9C-101B-9397-08002B2CF9AE}" pid="3" name="MediaServiceImageTags">
    <vt:lpwstr/>
  </property>
</Properties>
</file>